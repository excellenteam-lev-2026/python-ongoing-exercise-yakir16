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Merriweather" panose="00000500000000000000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4B614A-1C42-4D6C-BF64-0A1398A6F87B}">
  <a:tblStyle styleId="{564B614A-1C42-4D6C-BF64-0A1398A6F8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baea55206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24baea55206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e5e898a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1e5e898a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4baea55206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4baea55206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4baea55206_0_353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w-IL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988e1c51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key word: abstraction. We have abstract interfaces and specific implementations. </a:t>
            </a:r>
            <a:endParaRPr/>
          </a:p>
        </p:txBody>
      </p:sp>
      <p:sp>
        <p:nvSpPr>
          <p:cNvPr id="190" name="Google Shape;190;gb988e1c51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4baea55206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4baea55206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24baea55206_0_359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Why? no moving parts. the fact that we get to 50MB/s is some kind of a wander as far as am I concerned: the fact that the needle actually makes the travel of several centimeters and finds the right place with resolution of micro-meters in a split second does amaze me, but still, flash is much faster.</a:t>
            </a:r>
            <a:endParaRPr/>
          </a:p>
        </p:txBody>
      </p:sp>
      <p:sp>
        <p:nvSpPr>
          <p:cNvPr id="203" name="Google Shape;2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e5e898a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You can have a block device that uses the RAM as its storage, or an existing file in another FS (the loop device).</a:t>
            </a:r>
            <a:endParaRPr/>
          </a:p>
        </p:txBody>
      </p:sp>
      <p:sp>
        <p:nvSpPr>
          <p:cNvPr id="210" name="Google Shape;210;g31e5e898a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b988e1c51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You can have a block device that uses the RAM as its storage, or an existing file in another FS (the loop device).</a:t>
            </a:r>
            <a:endParaRPr/>
          </a:p>
        </p:txBody>
      </p:sp>
      <p:sp>
        <p:nvSpPr>
          <p:cNvPr id="216" name="Google Shape;216;gb988e1c51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4baea55206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24baea55206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4baea55206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4baea55206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4baea55206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4baea55206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e5e898a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1e5e898a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e5e898a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1e5e898a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e5e898a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1e5e898a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e5e898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1e5e898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b988e1c514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b988e1c514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-167" y="0"/>
            <a:ext cx="12192029" cy="5863987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64132"/>
            <a:ext cx="12192029" cy="5863987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0" y="0"/>
            <a:ext cx="12192029" cy="5863987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0" y="58833"/>
            <a:ext cx="5751356" cy="5865687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4"/>
          <p:cNvSpPr/>
          <p:nvPr/>
        </p:nvSpPr>
        <p:spPr>
          <a:xfrm>
            <a:off x="-167" y="0"/>
            <a:ext cx="5755723" cy="5860653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3"/>
          <p:cNvGrpSpPr/>
          <p:nvPr/>
        </p:nvGrpSpPr>
        <p:grpSpPr>
          <a:xfrm>
            <a:off x="4" y="0"/>
            <a:ext cx="12192469" cy="6857921"/>
            <a:chOff x="4" y="0"/>
            <a:chExt cx="12188812" cy="6857921"/>
          </a:xfrm>
        </p:grpSpPr>
        <p:pic>
          <p:nvPicPr>
            <p:cNvPr id="66" name="Google Shape;66;p1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" y="0"/>
              <a:ext cx="12188812" cy="68579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" name="Google Shape;67;p13"/>
            <p:cNvGrpSpPr/>
            <p:nvPr/>
          </p:nvGrpSpPr>
          <p:grpSpPr>
            <a:xfrm>
              <a:off x="600692" y="251666"/>
              <a:ext cx="1789082" cy="1072556"/>
              <a:chOff x="464" y="323"/>
              <a:chExt cx="1201" cy="720"/>
            </a:xfrm>
          </p:grpSpPr>
          <p:sp>
            <p:nvSpPr>
              <p:cNvPr id="68" name="Google Shape;68;p13"/>
              <p:cNvSpPr/>
              <p:nvPr/>
            </p:nvSpPr>
            <p:spPr>
              <a:xfrm>
                <a:off x="465" y="323"/>
                <a:ext cx="1200" cy="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819" y="324"/>
                <a:ext cx="300" cy="300"/>
              </a:xfrm>
              <a:prstGeom prst="rect">
                <a:avLst/>
              </a:prstGeom>
              <a:solidFill>
                <a:srgbClr val="F48DA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904" y="344"/>
                <a:ext cx="292" cy="22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152" extrusionOk="0">
                    <a:moveTo>
                      <a:pt x="136" y="148"/>
                    </a:moveTo>
                    <a:cubicBezTo>
                      <a:pt x="130" y="149"/>
                      <a:pt x="118" y="150"/>
                      <a:pt x="112" y="151"/>
                    </a:cubicBezTo>
                    <a:cubicBezTo>
                      <a:pt x="107" y="151"/>
                      <a:pt x="101" y="152"/>
                      <a:pt x="95" y="152"/>
                    </a:cubicBezTo>
                    <a:cubicBezTo>
                      <a:pt x="90" y="152"/>
                      <a:pt x="84" y="152"/>
                      <a:pt x="79" y="152"/>
                    </a:cubicBezTo>
                    <a:cubicBezTo>
                      <a:pt x="73" y="152"/>
                      <a:pt x="67" y="152"/>
                      <a:pt x="62" y="151"/>
                    </a:cubicBezTo>
                    <a:cubicBezTo>
                      <a:pt x="50" y="150"/>
                      <a:pt x="48" y="148"/>
                      <a:pt x="44" y="148"/>
                    </a:cubicBezTo>
                    <a:cubicBezTo>
                      <a:pt x="38" y="147"/>
                      <a:pt x="33" y="146"/>
                      <a:pt x="28" y="145"/>
                    </a:cubicBezTo>
                    <a:cubicBezTo>
                      <a:pt x="23" y="144"/>
                      <a:pt x="19" y="143"/>
                      <a:pt x="16" y="143"/>
                    </a:cubicBezTo>
                    <a:cubicBezTo>
                      <a:pt x="16" y="142"/>
                      <a:pt x="15" y="140"/>
                      <a:pt x="14" y="140"/>
                    </a:cubicBezTo>
                    <a:cubicBezTo>
                      <a:pt x="12" y="133"/>
                      <a:pt x="12" y="134"/>
                      <a:pt x="9" y="124"/>
                    </a:cubicBezTo>
                    <a:cubicBezTo>
                      <a:pt x="7" y="119"/>
                      <a:pt x="5" y="109"/>
                      <a:pt x="4" y="102"/>
                    </a:cubicBezTo>
                    <a:cubicBezTo>
                      <a:pt x="3" y="97"/>
                      <a:pt x="2" y="95"/>
                      <a:pt x="2" y="94"/>
                    </a:cubicBezTo>
                    <a:cubicBezTo>
                      <a:pt x="0" y="89"/>
                      <a:pt x="1" y="86"/>
                      <a:pt x="1" y="80"/>
                    </a:cubicBezTo>
                    <a:cubicBezTo>
                      <a:pt x="0" y="75"/>
                      <a:pt x="0" y="61"/>
                      <a:pt x="0" y="55"/>
                    </a:cubicBezTo>
                    <a:cubicBezTo>
                      <a:pt x="1" y="46"/>
                      <a:pt x="1" y="45"/>
                      <a:pt x="3" y="40"/>
                    </a:cubicBezTo>
                    <a:cubicBezTo>
                      <a:pt x="4" y="34"/>
                      <a:pt x="7" y="29"/>
                      <a:pt x="9" y="24"/>
                    </a:cubicBezTo>
                    <a:cubicBezTo>
                      <a:pt x="11" y="20"/>
                      <a:pt x="12" y="16"/>
                      <a:pt x="15" y="12"/>
                    </a:cubicBezTo>
                    <a:cubicBezTo>
                      <a:pt x="18" y="7"/>
                      <a:pt x="19" y="5"/>
                      <a:pt x="21" y="4"/>
                    </a:cubicBezTo>
                    <a:cubicBezTo>
                      <a:pt x="21" y="3"/>
                      <a:pt x="22" y="3"/>
                      <a:pt x="23" y="3"/>
                    </a:cubicBezTo>
                    <a:cubicBezTo>
                      <a:pt x="27" y="2"/>
                      <a:pt x="31" y="1"/>
                      <a:pt x="33" y="1"/>
                    </a:cubicBezTo>
                    <a:cubicBezTo>
                      <a:pt x="33" y="1"/>
                      <a:pt x="36" y="1"/>
                      <a:pt x="36" y="1"/>
                    </a:cubicBezTo>
                    <a:cubicBezTo>
                      <a:pt x="37" y="1"/>
                      <a:pt x="43" y="1"/>
                      <a:pt x="52" y="1"/>
                    </a:cubicBezTo>
                    <a:cubicBezTo>
                      <a:pt x="57" y="1"/>
                      <a:pt x="62" y="2"/>
                      <a:pt x="68" y="2"/>
                    </a:cubicBezTo>
                    <a:cubicBezTo>
                      <a:pt x="74" y="2"/>
                      <a:pt x="79" y="2"/>
                      <a:pt x="85" y="2"/>
                    </a:cubicBezTo>
                    <a:cubicBezTo>
                      <a:pt x="91" y="2"/>
                      <a:pt x="96" y="2"/>
                      <a:pt x="102" y="2"/>
                    </a:cubicBezTo>
                    <a:cubicBezTo>
                      <a:pt x="107" y="2"/>
                      <a:pt x="112" y="3"/>
                      <a:pt x="117" y="3"/>
                    </a:cubicBezTo>
                    <a:cubicBezTo>
                      <a:pt x="123" y="3"/>
                      <a:pt x="128" y="2"/>
                      <a:pt x="133" y="2"/>
                    </a:cubicBezTo>
                    <a:cubicBezTo>
                      <a:pt x="138" y="2"/>
                      <a:pt x="143" y="2"/>
                      <a:pt x="148" y="2"/>
                    </a:cubicBezTo>
                    <a:cubicBezTo>
                      <a:pt x="154" y="2"/>
                      <a:pt x="160" y="2"/>
                      <a:pt x="162" y="1"/>
                    </a:cubicBezTo>
                    <a:cubicBezTo>
                      <a:pt x="168" y="0"/>
                      <a:pt x="172" y="0"/>
                      <a:pt x="175" y="0"/>
                    </a:cubicBezTo>
                    <a:cubicBezTo>
                      <a:pt x="176" y="0"/>
                      <a:pt x="176" y="0"/>
                      <a:pt x="177" y="1"/>
                    </a:cubicBezTo>
                    <a:cubicBezTo>
                      <a:pt x="180" y="2"/>
                      <a:pt x="184" y="5"/>
                      <a:pt x="184" y="5"/>
                    </a:cubicBezTo>
                    <a:cubicBezTo>
                      <a:pt x="184" y="7"/>
                      <a:pt x="183" y="20"/>
                      <a:pt x="184" y="28"/>
                    </a:cubicBezTo>
                    <a:cubicBezTo>
                      <a:pt x="185" y="33"/>
                      <a:pt x="186" y="39"/>
                      <a:pt x="187" y="45"/>
                    </a:cubicBezTo>
                    <a:cubicBezTo>
                      <a:pt x="187" y="50"/>
                      <a:pt x="188" y="55"/>
                      <a:pt x="188" y="60"/>
                    </a:cubicBezTo>
                    <a:cubicBezTo>
                      <a:pt x="189" y="66"/>
                      <a:pt x="191" y="73"/>
                      <a:pt x="192" y="78"/>
                    </a:cubicBezTo>
                    <a:cubicBezTo>
                      <a:pt x="193" y="85"/>
                      <a:pt x="193" y="81"/>
                      <a:pt x="194" y="88"/>
                    </a:cubicBezTo>
                    <a:cubicBezTo>
                      <a:pt x="196" y="96"/>
                      <a:pt x="195" y="95"/>
                      <a:pt x="196" y="105"/>
                    </a:cubicBezTo>
                    <a:cubicBezTo>
                      <a:pt x="197" y="111"/>
                      <a:pt x="196" y="122"/>
                      <a:pt x="195" y="128"/>
                    </a:cubicBezTo>
                    <a:cubicBezTo>
                      <a:pt x="194" y="134"/>
                      <a:pt x="191" y="138"/>
                      <a:pt x="190" y="139"/>
                    </a:cubicBezTo>
                    <a:cubicBezTo>
                      <a:pt x="186" y="141"/>
                      <a:pt x="173" y="142"/>
                      <a:pt x="176" y="142"/>
                    </a:cubicBezTo>
                    <a:cubicBezTo>
                      <a:pt x="169" y="143"/>
                      <a:pt x="170" y="142"/>
                      <a:pt x="166" y="143"/>
                    </a:cubicBezTo>
                    <a:cubicBezTo>
                      <a:pt x="156" y="145"/>
                      <a:pt x="154" y="145"/>
                      <a:pt x="147" y="145"/>
                    </a:cubicBezTo>
                    <a:cubicBezTo>
                      <a:pt x="141" y="146"/>
                      <a:pt x="146" y="146"/>
                      <a:pt x="138" y="147"/>
                    </a:cubicBezTo>
                    <a:cubicBezTo>
                      <a:pt x="138" y="147"/>
                      <a:pt x="137" y="148"/>
                      <a:pt x="136" y="148"/>
                    </a:cubicBezTo>
                  </a:path>
                </a:pathLst>
              </a:custGeom>
              <a:solidFill>
                <a:srgbClr val="29389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935" y="356"/>
                <a:ext cx="230" cy="195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32" extrusionOk="0">
                    <a:moveTo>
                      <a:pt x="11" y="5"/>
                    </a:moveTo>
                    <a:cubicBezTo>
                      <a:pt x="13" y="0"/>
                      <a:pt x="15" y="0"/>
                      <a:pt x="19" y="0"/>
                    </a:cubicBezTo>
                    <a:cubicBezTo>
                      <a:pt x="22" y="0"/>
                      <a:pt x="25" y="0"/>
                      <a:pt x="30" y="1"/>
                    </a:cubicBezTo>
                    <a:cubicBezTo>
                      <a:pt x="33" y="2"/>
                      <a:pt x="33" y="1"/>
                      <a:pt x="37" y="2"/>
                    </a:cubicBezTo>
                    <a:cubicBezTo>
                      <a:pt x="40" y="3"/>
                      <a:pt x="40" y="2"/>
                      <a:pt x="45" y="3"/>
                    </a:cubicBezTo>
                    <a:cubicBezTo>
                      <a:pt x="48" y="4"/>
                      <a:pt x="59" y="6"/>
                      <a:pt x="63" y="6"/>
                    </a:cubicBezTo>
                    <a:cubicBezTo>
                      <a:pt x="67" y="7"/>
                      <a:pt x="70" y="9"/>
                      <a:pt x="74" y="9"/>
                    </a:cubicBezTo>
                    <a:cubicBezTo>
                      <a:pt x="78" y="9"/>
                      <a:pt x="82" y="10"/>
                      <a:pt x="86" y="10"/>
                    </a:cubicBezTo>
                    <a:cubicBezTo>
                      <a:pt x="90" y="10"/>
                      <a:pt x="94" y="10"/>
                      <a:pt x="97" y="10"/>
                    </a:cubicBezTo>
                    <a:cubicBezTo>
                      <a:pt x="101" y="10"/>
                      <a:pt x="105" y="9"/>
                      <a:pt x="109" y="9"/>
                    </a:cubicBezTo>
                    <a:cubicBezTo>
                      <a:pt x="113" y="9"/>
                      <a:pt x="117" y="9"/>
                      <a:pt x="120" y="8"/>
                    </a:cubicBezTo>
                    <a:cubicBezTo>
                      <a:pt x="125" y="8"/>
                      <a:pt x="128" y="7"/>
                      <a:pt x="131" y="7"/>
                    </a:cubicBezTo>
                    <a:cubicBezTo>
                      <a:pt x="135" y="5"/>
                      <a:pt x="139" y="6"/>
                      <a:pt x="142" y="6"/>
                    </a:cubicBezTo>
                    <a:cubicBezTo>
                      <a:pt x="146" y="7"/>
                      <a:pt x="149" y="9"/>
                      <a:pt x="151" y="12"/>
                    </a:cubicBezTo>
                    <a:cubicBezTo>
                      <a:pt x="152" y="15"/>
                      <a:pt x="151" y="18"/>
                      <a:pt x="152" y="23"/>
                    </a:cubicBezTo>
                    <a:cubicBezTo>
                      <a:pt x="152" y="25"/>
                      <a:pt x="151" y="30"/>
                      <a:pt x="151" y="35"/>
                    </a:cubicBezTo>
                    <a:cubicBezTo>
                      <a:pt x="151" y="38"/>
                      <a:pt x="151" y="42"/>
                      <a:pt x="151" y="46"/>
                    </a:cubicBezTo>
                    <a:cubicBezTo>
                      <a:pt x="151" y="50"/>
                      <a:pt x="152" y="54"/>
                      <a:pt x="152" y="58"/>
                    </a:cubicBezTo>
                    <a:cubicBezTo>
                      <a:pt x="152" y="62"/>
                      <a:pt x="152" y="66"/>
                      <a:pt x="152" y="69"/>
                    </a:cubicBezTo>
                    <a:cubicBezTo>
                      <a:pt x="152" y="74"/>
                      <a:pt x="153" y="77"/>
                      <a:pt x="153" y="81"/>
                    </a:cubicBezTo>
                    <a:cubicBezTo>
                      <a:pt x="153" y="85"/>
                      <a:pt x="153" y="89"/>
                      <a:pt x="153" y="92"/>
                    </a:cubicBezTo>
                    <a:cubicBezTo>
                      <a:pt x="153" y="99"/>
                      <a:pt x="154" y="97"/>
                      <a:pt x="154" y="103"/>
                    </a:cubicBezTo>
                    <a:cubicBezTo>
                      <a:pt x="153" y="109"/>
                      <a:pt x="155" y="110"/>
                      <a:pt x="150" y="114"/>
                    </a:cubicBezTo>
                    <a:cubicBezTo>
                      <a:pt x="147" y="116"/>
                      <a:pt x="144" y="118"/>
                      <a:pt x="139" y="118"/>
                    </a:cubicBezTo>
                    <a:cubicBezTo>
                      <a:pt x="138" y="119"/>
                      <a:pt x="134" y="120"/>
                      <a:pt x="129" y="121"/>
                    </a:cubicBezTo>
                    <a:cubicBezTo>
                      <a:pt x="126" y="122"/>
                      <a:pt x="122" y="123"/>
                      <a:pt x="118" y="124"/>
                    </a:cubicBezTo>
                    <a:cubicBezTo>
                      <a:pt x="115" y="124"/>
                      <a:pt x="111" y="125"/>
                      <a:pt x="108" y="126"/>
                    </a:cubicBezTo>
                    <a:cubicBezTo>
                      <a:pt x="104" y="126"/>
                      <a:pt x="101" y="127"/>
                      <a:pt x="97" y="127"/>
                    </a:cubicBezTo>
                    <a:cubicBezTo>
                      <a:pt x="94" y="128"/>
                      <a:pt x="90" y="128"/>
                      <a:pt x="86" y="128"/>
                    </a:cubicBezTo>
                    <a:cubicBezTo>
                      <a:pt x="83" y="129"/>
                      <a:pt x="79" y="128"/>
                      <a:pt x="76" y="129"/>
                    </a:cubicBezTo>
                    <a:cubicBezTo>
                      <a:pt x="72" y="129"/>
                      <a:pt x="69" y="129"/>
                      <a:pt x="66" y="129"/>
                    </a:cubicBezTo>
                    <a:cubicBezTo>
                      <a:pt x="63" y="130"/>
                      <a:pt x="66" y="130"/>
                      <a:pt x="64" y="131"/>
                    </a:cubicBezTo>
                    <a:cubicBezTo>
                      <a:pt x="61" y="132"/>
                      <a:pt x="60" y="132"/>
                      <a:pt x="53" y="131"/>
                    </a:cubicBezTo>
                    <a:cubicBezTo>
                      <a:pt x="50" y="131"/>
                      <a:pt x="47" y="131"/>
                      <a:pt x="43" y="131"/>
                    </a:cubicBezTo>
                    <a:cubicBezTo>
                      <a:pt x="40" y="131"/>
                      <a:pt x="36" y="131"/>
                      <a:pt x="32" y="130"/>
                    </a:cubicBezTo>
                    <a:cubicBezTo>
                      <a:pt x="29" y="130"/>
                      <a:pt x="25" y="129"/>
                      <a:pt x="22" y="128"/>
                    </a:cubicBezTo>
                    <a:cubicBezTo>
                      <a:pt x="18" y="127"/>
                      <a:pt x="14" y="127"/>
                      <a:pt x="11" y="126"/>
                    </a:cubicBezTo>
                    <a:cubicBezTo>
                      <a:pt x="7" y="125"/>
                      <a:pt x="4" y="123"/>
                      <a:pt x="3" y="121"/>
                    </a:cubicBezTo>
                    <a:cubicBezTo>
                      <a:pt x="2" y="119"/>
                      <a:pt x="1" y="114"/>
                      <a:pt x="1" y="109"/>
                    </a:cubicBezTo>
                    <a:cubicBezTo>
                      <a:pt x="1" y="106"/>
                      <a:pt x="1" y="102"/>
                      <a:pt x="1" y="98"/>
                    </a:cubicBezTo>
                    <a:cubicBezTo>
                      <a:pt x="1" y="95"/>
                      <a:pt x="0" y="91"/>
                      <a:pt x="0" y="88"/>
                    </a:cubicBezTo>
                    <a:cubicBezTo>
                      <a:pt x="0" y="84"/>
                      <a:pt x="0" y="81"/>
                      <a:pt x="1" y="77"/>
                    </a:cubicBezTo>
                    <a:cubicBezTo>
                      <a:pt x="1" y="73"/>
                      <a:pt x="1" y="70"/>
                      <a:pt x="1" y="66"/>
                    </a:cubicBezTo>
                    <a:cubicBezTo>
                      <a:pt x="1" y="62"/>
                      <a:pt x="2" y="59"/>
                      <a:pt x="3" y="55"/>
                    </a:cubicBezTo>
                    <a:cubicBezTo>
                      <a:pt x="3" y="52"/>
                      <a:pt x="4" y="48"/>
                      <a:pt x="4" y="45"/>
                    </a:cubicBezTo>
                    <a:cubicBezTo>
                      <a:pt x="4" y="41"/>
                      <a:pt x="4" y="38"/>
                      <a:pt x="5" y="34"/>
                    </a:cubicBezTo>
                    <a:cubicBezTo>
                      <a:pt x="5" y="31"/>
                      <a:pt x="6" y="27"/>
                      <a:pt x="7" y="24"/>
                    </a:cubicBezTo>
                    <a:cubicBezTo>
                      <a:pt x="7" y="20"/>
                      <a:pt x="7" y="17"/>
                      <a:pt x="7" y="14"/>
                    </a:cubicBezTo>
                    <a:cubicBezTo>
                      <a:pt x="8" y="9"/>
                      <a:pt x="10" y="5"/>
                      <a:pt x="1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831" y="567"/>
                <a:ext cx="401" cy="137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2" extrusionOk="0">
                    <a:moveTo>
                      <a:pt x="263" y="65"/>
                    </a:moveTo>
                    <a:cubicBezTo>
                      <a:pt x="261" y="66"/>
                      <a:pt x="252" y="68"/>
                      <a:pt x="245" y="68"/>
                    </a:cubicBezTo>
                    <a:cubicBezTo>
                      <a:pt x="241" y="68"/>
                      <a:pt x="236" y="68"/>
                      <a:pt x="229" y="69"/>
                    </a:cubicBezTo>
                    <a:cubicBezTo>
                      <a:pt x="224" y="69"/>
                      <a:pt x="219" y="68"/>
                      <a:pt x="213" y="68"/>
                    </a:cubicBezTo>
                    <a:cubicBezTo>
                      <a:pt x="208" y="69"/>
                      <a:pt x="203" y="69"/>
                      <a:pt x="197" y="69"/>
                    </a:cubicBezTo>
                    <a:cubicBezTo>
                      <a:pt x="192" y="69"/>
                      <a:pt x="186" y="70"/>
                      <a:pt x="180" y="70"/>
                    </a:cubicBezTo>
                    <a:cubicBezTo>
                      <a:pt x="175" y="71"/>
                      <a:pt x="172" y="70"/>
                      <a:pt x="166" y="71"/>
                    </a:cubicBezTo>
                    <a:cubicBezTo>
                      <a:pt x="161" y="71"/>
                      <a:pt x="156" y="69"/>
                      <a:pt x="151" y="70"/>
                    </a:cubicBezTo>
                    <a:cubicBezTo>
                      <a:pt x="146" y="70"/>
                      <a:pt x="137" y="71"/>
                      <a:pt x="131" y="71"/>
                    </a:cubicBezTo>
                    <a:cubicBezTo>
                      <a:pt x="126" y="72"/>
                      <a:pt x="120" y="74"/>
                      <a:pt x="115" y="74"/>
                    </a:cubicBezTo>
                    <a:cubicBezTo>
                      <a:pt x="110" y="75"/>
                      <a:pt x="105" y="75"/>
                      <a:pt x="100" y="75"/>
                    </a:cubicBezTo>
                    <a:cubicBezTo>
                      <a:pt x="95" y="76"/>
                      <a:pt x="89" y="78"/>
                      <a:pt x="84" y="78"/>
                    </a:cubicBezTo>
                    <a:cubicBezTo>
                      <a:pt x="78" y="79"/>
                      <a:pt x="73" y="80"/>
                      <a:pt x="69" y="81"/>
                    </a:cubicBezTo>
                    <a:cubicBezTo>
                      <a:pt x="63" y="82"/>
                      <a:pt x="59" y="82"/>
                      <a:pt x="54" y="83"/>
                    </a:cubicBezTo>
                    <a:cubicBezTo>
                      <a:pt x="50" y="84"/>
                      <a:pt x="47" y="86"/>
                      <a:pt x="44" y="87"/>
                    </a:cubicBezTo>
                    <a:cubicBezTo>
                      <a:pt x="36" y="89"/>
                      <a:pt x="30" y="90"/>
                      <a:pt x="26" y="91"/>
                    </a:cubicBezTo>
                    <a:cubicBezTo>
                      <a:pt x="16" y="92"/>
                      <a:pt x="11" y="90"/>
                      <a:pt x="9" y="86"/>
                    </a:cubicBezTo>
                    <a:cubicBezTo>
                      <a:pt x="6" y="83"/>
                      <a:pt x="5" y="77"/>
                      <a:pt x="5" y="72"/>
                    </a:cubicBezTo>
                    <a:cubicBezTo>
                      <a:pt x="4" y="66"/>
                      <a:pt x="4" y="69"/>
                      <a:pt x="3" y="64"/>
                    </a:cubicBezTo>
                    <a:cubicBezTo>
                      <a:pt x="2" y="56"/>
                      <a:pt x="0" y="50"/>
                      <a:pt x="5" y="45"/>
                    </a:cubicBezTo>
                    <a:cubicBezTo>
                      <a:pt x="8" y="43"/>
                      <a:pt x="12" y="40"/>
                      <a:pt x="17" y="37"/>
                    </a:cubicBezTo>
                    <a:cubicBezTo>
                      <a:pt x="25" y="33"/>
                      <a:pt x="22" y="34"/>
                      <a:pt x="33" y="29"/>
                    </a:cubicBezTo>
                    <a:cubicBezTo>
                      <a:pt x="37" y="28"/>
                      <a:pt x="42" y="26"/>
                      <a:pt x="48" y="24"/>
                    </a:cubicBezTo>
                    <a:cubicBezTo>
                      <a:pt x="53" y="22"/>
                      <a:pt x="58" y="21"/>
                      <a:pt x="64" y="20"/>
                    </a:cubicBezTo>
                    <a:cubicBezTo>
                      <a:pt x="69" y="18"/>
                      <a:pt x="74" y="17"/>
                      <a:pt x="80" y="16"/>
                    </a:cubicBezTo>
                    <a:cubicBezTo>
                      <a:pt x="85" y="15"/>
                      <a:pt x="91" y="13"/>
                      <a:pt x="96" y="12"/>
                    </a:cubicBezTo>
                    <a:cubicBezTo>
                      <a:pt x="102" y="11"/>
                      <a:pt x="107" y="10"/>
                      <a:pt x="113" y="9"/>
                    </a:cubicBezTo>
                    <a:cubicBezTo>
                      <a:pt x="118" y="8"/>
                      <a:pt x="124" y="8"/>
                      <a:pt x="130" y="7"/>
                    </a:cubicBezTo>
                    <a:cubicBezTo>
                      <a:pt x="136" y="6"/>
                      <a:pt x="141" y="6"/>
                      <a:pt x="147" y="5"/>
                    </a:cubicBezTo>
                    <a:cubicBezTo>
                      <a:pt x="152" y="4"/>
                      <a:pt x="158" y="3"/>
                      <a:pt x="163" y="3"/>
                    </a:cubicBezTo>
                    <a:cubicBezTo>
                      <a:pt x="168" y="2"/>
                      <a:pt x="176" y="3"/>
                      <a:pt x="182" y="3"/>
                    </a:cubicBezTo>
                    <a:cubicBezTo>
                      <a:pt x="187" y="2"/>
                      <a:pt x="190" y="1"/>
                      <a:pt x="195" y="1"/>
                    </a:cubicBezTo>
                    <a:cubicBezTo>
                      <a:pt x="200" y="1"/>
                      <a:pt x="206" y="1"/>
                      <a:pt x="211" y="0"/>
                    </a:cubicBezTo>
                    <a:cubicBezTo>
                      <a:pt x="217" y="0"/>
                      <a:pt x="222" y="0"/>
                      <a:pt x="228" y="0"/>
                    </a:cubicBezTo>
                    <a:cubicBezTo>
                      <a:pt x="232" y="0"/>
                      <a:pt x="237" y="0"/>
                      <a:pt x="242" y="0"/>
                    </a:cubicBezTo>
                    <a:cubicBezTo>
                      <a:pt x="250" y="0"/>
                      <a:pt x="257" y="0"/>
                      <a:pt x="261" y="3"/>
                    </a:cubicBezTo>
                    <a:cubicBezTo>
                      <a:pt x="267" y="7"/>
                      <a:pt x="267" y="9"/>
                      <a:pt x="267" y="16"/>
                    </a:cubicBezTo>
                    <a:cubicBezTo>
                      <a:pt x="267" y="25"/>
                      <a:pt x="266" y="21"/>
                      <a:pt x="268" y="29"/>
                    </a:cubicBezTo>
                    <a:cubicBezTo>
                      <a:pt x="269" y="38"/>
                      <a:pt x="269" y="46"/>
                      <a:pt x="270" y="54"/>
                    </a:cubicBezTo>
                    <a:cubicBezTo>
                      <a:pt x="270" y="58"/>
                      <a:pt x="268" y="61"/>
                      <a:pt x="263" y="65"/>
                    </a:cubicBezTo>
                  </a:path>
                </a:pathLst>
              </a:custGeom>
              <a:solidFill>
                <a:srgbClr val="29389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893" y="628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938" y="652"/>
                <a:ext cx="15" cy="16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0"/>
                    </a:moveTo>
                    <a:cubicBezTo>
                      <a:pt x="8" y="10"/>
                      <a:pt x="10" y="7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1"/>
                      <a:pt x="4" y="10"/>
                      <a:pt x="5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913" y="65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1011" y="625"/>
                <a:ext cx="16" cy="1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0" extrusionOk="0">
                    <a:moveTo>
                      <a:pt x="6" y="10"/>
                    </a:moveTo>
                    <a:cubicBezTo>
                      <a:pt x="9" y="10"/>
                      <a:pt x="11" y="7"/>
                      <a:pt x="11" y="4"/>
                    </a:cubicBezTo>
                    <a:cubicBezTo>
                      <a:pt x="11" y="2"/>
                      <a:pt x="9" y="0"/>
                      <a:pt x="6" y="0"/>
                    </a:cubicBezTo>
                    <a:cubicBezTo>
                      <a:pt x="3" y="0"/>
                      <a:pt x="0" y="1"/>
                      <a:pt x="1" y="5"/>
                    </a:cubicBezTo>
                    <a:cubicBezTo>
                      <a:pt x="2" y="7"/>
                      <a:pt x="3" y="10"/>
                      <a:pt x="6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971" y="63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948" y="628"/>
                <a:ext cx="15" cy="16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0"/>
                    </a:moveTo>
                    <a:cubicBezTo>
                      <a:pt x="8" y="11"/>
                      <a:pt x="10" y="8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8"/>
                      <a:pt x="0" y="9"/>
                      <a:pt x="5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993" y="603"/>
                <a:ext cx="15" cy="13"/>
              </a:xfrm>
              <a:custGeom>
                <a:avLst/>
                <a:gdLst/>
                <a:ahLst/>
                <a:cxnLst/>
                <a:rect l="l" t="t" r="r" b="b"/>
                <a:pathLst>
                  <a:path w="10" h="9" extrusionOk="0">
                    <a:moveTo>
                      <a:pt x="5" y="9"/>
                    </a:moveTo>
                    <a:cubicBezTo>
                      <a:pt x="8" y="9"/>
                      <a:pt x="10" y="8"/>
                      <a:pt x="10" y="5"/>
                    </a:cubicBezTo>
                    <a:cubicBezTo>
                      <a:pt x="10" y="3"/>
                      <a:pt x="8" y="0"/>
                      <a:pt x="5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8"/>
                      <a:pt x="3" y="9"/>
                      <a:pt x="5" y="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1015" y="591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889" y="661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954" y="601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928" y="630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994" y="641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1098" y="633"/>
                <a:ext cx="21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7" y="15"/>
                    </a:moveTo>
                    <a:cubicBezTo>
                      <a:pt x="10" y="15"/>
                      <a:pt x="14" y="11"/>
                      <a:pt x="14" y="7"/>
                    </a:cubicBezTo>
                    <a:cubicBezTo>
                      <a:pt x="14" y="4"/>
                      <a:pt x="10" y="0"/>
                      <a:pt x="6" y="0"/>
                    </a:cubicBezTo>
                    <a:cubicBezTo>
                      <a:pt x="2" y="0"/>
                      <a:pt x="0" y="4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lose/>
                  </a:path>
                </a:pathLst>
              </a:cu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1085" y="597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1147" y="601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1123" y="621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988" y="399"/>
                <a:ext cx="0" cy="0"/>
              </a:xfrm>
              <a:prstGeom prst="rect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1111" y="385"/>
                <a:ext cx="0" cy="0"/>
              </a:xfrm>
              <a:prstGeom prst="rect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1135" y="461"/>
                <a:ext cx="0" cy="0"/>
              </a:xfrm>
              <a:prstGeom prst="rect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1061" y="477"/>
                <a:ext cx="0" cy="0"/>
              </a:xfrm>
              <a:prstGeom prst="rect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1025" y="473"/>
                <a:ext cx="0" cy="0"/>
              </a:xfrm>
              <a:prstGeom prst="rect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951" y="48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23" h="22" extrusionOk="0">
                    <a:moveTo>
                      <a:pt x="15" y="22"/>
                    </a:moveTo>
                    <a:lnTo>
                      <a:pt x="23" y="7"/>
                    </a:lnTo>
                    <a:lnTo>
                      <a:pt x="8" y="0"/>
                    </a:lnTo>
                    <a:lnTo>
                      <a:pt x="0" y="15"/>
                    </a:lnTo>
                    <a:lnTo>
                      <a:pt x="15" y="2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971" y="401"/>
                <a:ext cx="149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49" h="79" extrusionOk="0">
                    <a:moveTo>
                      <a:pt x="22" y="27"/>
                    </a:moveTo>
                    <a:lnTo>
                      <a:pt x="0" y="79"/>
                    </a:lnTo>
                    <a:lnTo>
                      <a:pt x="63" y="58"/>
                    </a:lnTo>
                    <a:lnTo>
                      <a:pt x="149" y="9"/>
                    </a:lnTo>
                    <a:lnTo>
                      <a:pt x="149" y="0"/>
                    </a:lnTo>
                  </a:path>
                </a:pathLst>
              </a:cu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997" y="413"/>
                <a:ext cx="147" cy="36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6" extrusionOk="0">
                    <a:moveTo>
                      <a:pt x="0" y="11"/>
                    </a:moveTo>
                    <a:lnTo>
                      <a:pt x="60" y="20"/>
                    </a:lnTo>
                    <a:lnTo>
                      <a:pt x="122" y="0"/>
                    </a:lnTo>
                    <a:lnTo>
                      <a:pt x="147" y="30"/>
                    </a:lnTo>
                    <a:lnTo>
                      <a:pt x="113" y="36"/>
                    </a:lnTo>
                  </a:path>
                </a:pathLst>
              </a:cu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1057" y="441"/>
                <a:ext cx="50" cy="27"/>
              </a:xfrm>
              <a:custGeom>
                <a:avLst/>
                <a:gdLst/>
                <a:ahLst/>
                <a:cxnLst/>
                <a:rect l="l" t="t" r="r" b="b"/>
                <a:pathLst>
                  <a:path w="50" h="27" extrusionOk="0">
                    <a:moveTo>
                      <a:pt x="50" y="6"/>
                    </a:moveTo>
                    <a:lnTo>
                      <a:pt x="10" y="27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98" name="Google Shape;98;p13"/>
              <p:cNvCxnSpPr/>
              <p:nvPr/>
            </p:nvCxnSpPr>
            <p:spPr>
              <a:xfrm>
                <a:off x="1036" y="461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99" name="Google Shape;99;p13"/>
              <p:cNvSpPr/>
              <p:nvPr/>
            </p:nvSpPr>
            <p:spPr>
              <a:xfrm>
                <a:off x="996" y="415"/>
                <a:ext cx="71" cy="49"/>
              </a:xfrm>
              <a:custGeom>
                <a:avLst/>
                <a:gdLst/>
                <a:ahLst/>
                <a:cxnLst/>
                <a:rect l="l" t="t" r="r" b="b"/>
                <a:pathLst>
                  <a:path w="71" h="49" extrusionOk="0">
                    <a:moveTo>
                      <a:pt x="71" y="49"/>
                    </a:moveTo>
                    <a:lnTo>
                      <a:pt x="0" y="9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00" name="Google Shape;100;p13"/>
              <p:cNvCxnSpPr/>
              <p:nvPr/>
            </p:nvCxnSpPr>
            <p:spPr>
              <a:xfrm>
                <a:off x="1119" y="409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>
                <a:off x="1143" y="453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13"/>
              <p:cNvCxnSpPr/>
              <p:nvPr/>
            </p:nvCxnSpPr>
            <p:spPr>
              <a:xfrm>
                <a:off x="969" y="487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13"/>
              <p:cNvCxnSpPr/>
              <p:nvPr/>
            </p:nvCxnSpPr>
            <p:spPr>
              <a:xfrm>
                <a:off x="1033" y="468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13"/>
              <p:cNvCxnSpPr/>
              <p:nvPr/>
            </p:nvCxnSpPr>
            <p:spPr>
              <a:xfrm>
                <a:off x="1068" y="473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938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05" name="Google Shape;105;p13"/>
              <p:cNvSpPr/>
              <p:nvPr/>
            </p:nvSpPr>
            <p:spPr>
              <a:xfrm>
                <a:off x="1111" y="407"/>
                <a:ext cx="0" cy="0"/>
              </a:xfrm>
              <a:prstGeom prst="ellipse">
                <a:avLst/>
              </a:prstGeom>
              <a:solidFill>
                <a:srgbClr val="EF40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1025" y="453"/>
                <a:ext cx="0" cy="0"/>
              </a:xfrm>
              <a:prstGeom prst="ellipse">
                <a:avLst/>
              </a:prstGeom>
              <a:solidFill>
                <a:srgbClr val="EF40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1049" y="428"/>
                <a:ext cx="0" cy="0"/>
              </a:xfrm>
              <a:prstGeom prst="ellipse">
                <a:avLst/>
              </a:prstGeom>
              <a:solidFill>
                <a:srgbClr val="EF40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965" y="474"/>
                <a:ext cx="0" cy="0"/>
              </a:xfrm>
              <a:prstGeom prst="ellipse">
                <a:avLst/>
              </a:prstGeom>
              <a:solidFill>
                <a:srgbClr val="F386A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1101" y="440"/>
                <a:ext cx="0" cy="0"/>
              </a:xfrm>
              <a:prstGeom prst="ellipse">
                <a:avLst/>
              </a:prstGeom>
              <a:solidFill>
                <a:srgbClr val="F386A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988" y="419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1134" y="439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1061" y="458"/>
                <a:ext cx="0" cy="0"/>
              </a:xfrm>
              <a:prstGeom prst="ellipse">
                <a:avLst/>
              </a:prstGeom>
              <a:solidFill>
                <a:srgbClr val="FFF2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464" y="791"/>
                <a:ext cx="142" cy="166"/>
              </a:xfrm>
              <a:custGeom>
                <a:avLst/>
                <a:gdLst/>
                <a:ahLst/>
                <a:cxnLst/>
                <a:rect l="l" t="t" r="r" b="b"/>
                <a:pathLst>
                  <a:path w="96" h="112" extrusionOk="0">
                    <a:moveTo>
                      <a:pt x="81" y="35"/>
                    </a:moveTo>
                    <a:cubicBezTo>
                      <a:pt x="78" y="20"/>
                      <a:pt x="65" y="12"/>
                      <a:pt x="51" y="12"/>
                    </a:cubicBezTo>
                    <a:cubicBezTo>
                      <a:pt x="25" y="12"/>
                      <a:pt x="14" y="33"/>
                      <a:pt x="14" y="55"/>
                    </a:cubicBezTo>
                    <a:cubicBezTo>
                      <a:pt x="14" y="80"/>
                      <a:pt x="25" y="100"/>
                      <a:pt x="51" y="100"/>
                    </a:cubicBezTo>
                    <a:cubicBezTo>
                      <a:pt x="69" y="100"/>
                      <a:pt x="80" y="87"/>
                      <a:pt x="82" y="69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3" y="96"/>
                      <a:pt x="76" y="112"/>
                      <a:pt x="50" y="112"/>
                    </a:cubicBezTo>
                    <a:cubicBezTo>
                      <a:pt x="16" y="112"/>
                      <a:pt x="0" y="87"/>
                      <a:pt x="0" y="56"/>
                    </a:cubicBezTo>
                    <a:cubicBezTo>
                      <a:pt x="0" y="25"/>
                      <a:pt x="18" y="0"/>
                      <a:pt x="51" y="0"/>
                    </a:cubicBezTo>
                    <a:cubicBezTo>
                      <a:pt x="73" y="0"/>
                      <a:pt x="91" y="12"/>
                      <a:pt x="95" y="35"/>
                    </a:cubicBezTo>
                    <a:lnTo>
                      <a:pt x="81" y="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24" y="796"/>
                <a:ext cx="95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7" y="31"/>
                      <a:pt x="28" y="27"/>
                      <a:pt x="37" y="27"/>
                    </a:cubicBezTo>
                    <a:cubicBezTo>
                      <a:pt x="57" y="27"/>
                      <a:pt x="64" y="39"/>
                      <a:pt x="64" y="56"/>
                    </a:cubicBezTo>
                    <a:cubicBezTo>
                      <a:pt x="64" y="106"/>
                      <a:pt x="64" y="106"/>
                      <a:pt x="64" y="106"/>
                    </a:cubicBezTo>
                    <a:cubicBezTo>
                      <a:pt x="51" y="106"/>
                      <a:pt x="51" y="106"/>
                      <a:pt x="51" y="10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51" y="45"/>
                      <a:pt x="45" y="38"/>
                      <a:pt x="35" y="38"/>
                    </a:cubicBezTo>
                    <a:cubicBezTo>
                      <a:pt x="20" y="38"/>
                      <a:pt x="12" y="49"/>
                      <a:pt x="12" y="63"/>
                    </a:cubicBezTo>
                    <a:cubicBezTo>
                      <a:pt x="12" y="106"/>
                      <a:pt x="12" y="106"/>
                      <a:pt x="12" y="106"/>
                    </a:cubicBezTo>
                    <a:cubicBezTo>
                      <a:pt x="0" y="106"/>
                      <a:pt x="0" y="106"/>
                      <a:pt x="0" y="1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730" y="836"/>
                <a:ext cx="107" cy="120"/>
              </a:xfrm>
              <a:custGeom>
                <a:avLst/>
                <a:gdLst/>
                <a:ahLst/>
                <a:cxnLst/>
                <a:rect l="l" t="t" r="r" b="b"/>
                <a:pathLst>
                  <a:path w="72" h="81" extrusionOk="0">
                    <a:moveTo>
                      <a:pt x="71" y="55"/>
                    </a:moveTo>
                    <a:cubicBezTo>
                      <a:pt x="67" y="72"/>
                      <a:pt x="55" y="81"/>
                      <a:pt x="37" y="81"/>
                    </a:cubicBezTo>
                    <a:cubicBezTo>
                      <a:pt x="13" y="81"/>
                      <a:pt x="1" y="64"/>
                      <a:pt x="0" y="40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64" y="0"/>
                      <a:pt x="72" y="26"/>
                      <a:pt x="72" y="4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3" y="58"/>
                      <a:pt x="21" y="70"/>
                      <a:pt x="38" y="70"/>
                    </a:cubicBezTo>
                    <a:cubicBezTo>
                      <a:pt x="48" y="70"/>
                      <a:pt x="56" y="65"/>
                      <a:pt x="58" y="55"/>
                    </a:cubicBezTo>
                    <a:lnTo>
                      <a:pt x="71" y="55"/>
                    </a:lnTo>
                    <a:close/>
                    <a:moveTo>
                      <a:pt x="58" y="33"/>
                    </a:moveTo>
                    <a:cubicBezTo>
                      <a:pt x="58" y="21"/>
                      <a:pt x="49" y="11"/>
                      <a:pt x="36" y="11"/>
                    </a:cubicBezTo>
                    <a:cubicBezTo>
                      <a:pt x="23" y="11"/>
                      <a:pt x="15" y="21"/>
                      <a:pt x="14" y="33"/>
                    </a:cubicBezTo>
                    <a:lnTo>
                      <a:pt x="58" y="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848" y="836"/>
                <a:ext cx="105" cy="120"/>
              </a:xfrm>
              <a:custGeom>
                <a:avLst/>
                <a:gdLst/>
                <a:ahLst/>
                <a:cxnLst/>
                <a:rect l="l" t="t" r="r" b="b"/>
                <a:pathLst>
                  <a:path w="71" h="81" extrusionOk="0">
                    <a:moveTo>
                      <a:pt x="57" y="27"/>
                    </a:moveTo>
                    <a:cubicBezTo>
                      <a:pt x="55" y="17"/>
                      <a:pt x="48" y="11"/>
                      <a:pt x="38" y="11"/>
                    </a:cubicBezTo>
                    <a:cubicBezTo>
                      <a:pt x="19" y="11"/>
                      <a:pt x="14" y="26"/>
                      <a:pt x="14" y="42"/>
                    </a:cubicBezTo>
                    <a:cubicBezTo>
                      <a:pt x="14" y="56"/>
                      <a:pt x="20" y="70"/>
                      <a:pt x="36" y="70"/>
                    </a:cubicBezTo>
                    <a:cubicBezTo>
                      <a:pt x="49" y="70"/>
                      <a:pt x="56" y="63"/>
                      <a:pt x="58" y="51"/>
                    </a:cubicBezTo>
                    <a:cubicBezTo>
                      <a:pt x="71" y="51"/>
                      <a:pt x="71" y="51"/>
                      <a:pt x="71" y="51"/>
                    </a:cubicBezTo>
                    <a:cubicBezTo>
                      <a:pt x="68" y="70"/>
                      <a:pt x="56" y="81"/>
                      <a:pt x="37" y="81"/>
                    </a:cubicBezTo>
                    <a:cubicBezTo>
                      <a:pt x="13" y="81"/>
                      <a:pt x="0" y="65"/>
                      <a:pt x="0" y="42"/>
                    </a:cubicBezTo>
                    <a:cubicBezTo>
                      <a:pt x="0" y="18"/>
                      <a:pt x="12" y="0"/>
                      <a:pt x="37" y="0"/>
                    </a:cubicBezTo>
                    <a:cubicBezTo>
                      <a:pt x="54" y="0"/>
                      <a:pt x="68" y="8"/>
                      <a:pt x="70" y="27"/>
                    </a:cubicBezTo>
                    <a:lnTo>
                      <a:pt x="57" y="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968" y="796"/>
                <a:ext cx="99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99" h="157" extrusionOk="0">
                    <a:moveTo>
                      <a:pt x="0" y="0"/>
                    </a:moveTo>
                    <a:lnTo>
                      <a:pt x="19" y="0"/>
                    </a:lnTo>
                    <a:lnTo>
                      <a:pt x="19" y="93"/>
                    </a:lnTo>
                    <a:lnTo>
                      <a:pt x="71" y="42"/>
                    </a:lnTo>
                    <a:lnTo>
                      <a:pt x="96" y="42"/>
                    </a:lnTo>
                    <a:lnTo>
                      <a:pt x="50" y="84"/>
                    </a:lnTo>
                    <a:lnTo>
                      <a:pt x="99" y="157"/>
                    </a:lnTo>
                    <a:lnTo>
                      <a:pt x="75" y="157"/>
                    </a:lnTo>
                    <a:lnTo>
                      <a:pt x="37" y="97"/>
                    </a:lnTo>
                    <a:lnTo>
                      <a:pt x="19" y="114"/>
                    </a:lnTo>
                    <a:lnTo>
                      <a:pt x="19" y="157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1135" y="796"/>
                <a:ext cx="119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06" extrusionOk="0">
                    <a:moveTo>
                      <a:pt x="0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68" y="0"/>
                      <a:pt x="80" y="11"/>
                      <a:pt x="80" y="31"/>
                    </a:cubicBezTo>
                    <a:cubicBezTo>
                      <a:pt x="80" y="51"/>
                      <a:pt x="68" y="63"/>
                      <a:pt x="47" y="63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0" y="106"/>
                      <a:pt x="0" y="106"/>
                      <a:pt x="0" y="106"/>
                    </a:cubicBezTo>
                    <a:lnTo>
                      <a:pt x="0" y="0"/>
                    </a:lnTo>
                    <a:close/>
                    <a:moveTo>
                      <a:pt x="14" y="51"/>
                    </a:moveTo>
                    <a:cubicBezTo>
                      <a:pt x="42" y="51"/>
                      <a:pt x="42" y="51"/>
                      <a:pt x="42" y="51"/>
                    </a:cubicBezTo>
                    <a:cubicBezTo>
                      <a:pt x="58" y="51"/>
                      <a:pt x="65" y="44"/>
                      <a:pt x="65" y="31"/>
                    </a:cubicBezTo>
                    <a:cubicBezTo>
                      <a:pt x="65" y="18"/>
                      <a:pt x="58" y="12"/>
                      <a:pt x="42" y="12"/>
                    </a:cubicBezTo>
                    <a:cubicBezTo>
                      <a:pt x="14" y="12"/>
                      <a:pt x="14" y="12"/>
                      <a:pt x="14" y="12"/>
                    </a:cubicBezTo>
                    <a:lnTo>
                      <a:pt x="14" y="5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1260" y="836"/>
                <a:ext cx="111" cy="120"/>
              </a:xfrm>
              <a:custGeom>
                <a:avLst/>
                <a:gdLst/>
                <a:ahLst/>
                <a:cxnLst/>
                <a:rect l="l" t="t" r="r" b="b"/>
                <a:pathLst>
                  <a:path w="75" h="81" extrusionOk="0">
                    <a:moveTo>
                      <a:pt x="38" y="0"/>
                    </a:moveTo>
                    <a:cubicBezTo>
                      <a:pt x="62" y="0"/>
                      <a:pt x="75" y="18"/>
                      <a:pt x="75" y="41"/>
                    </a:cubicBezTo>
                    <a:cubicBezTo>
                      <a:pt x="75" y="63"/>
                      <a:pt x="62" y="81"/>
                      <a:pt x="38" y="81"/>
                    </a:cubicBezTo>
                    <a:cubicBezTo>
                      <a:pt x="13" y="81"/>
                      <a:pt x="0" y="63"/>
                      <a:pt x="0" y="41"/>
                    </a:cubicBezTo>
                    <a:cubicBezTo>
                      <a:pt x="0" y="18"/>
                      <a:pt x="13" y="0"/>
                      <a:pt x="38" y="0"/>
                    </a:cubicBezTo>
                    <a:close/>
                    <a:moveTo>
                      <a:pt x="38" y="70"/>
                    </a:moveTo>
                    <a:cubicBezTo>
                      <a:pt x="51" y="70"/>
                      <a:pt x="62" y="59"/>
                      <a:pt x="62" y="41"/>
                    </a:cubicBezTo>
                    <a:cubicBezTo>
                      <a:pt x="62" y="22"/>
                      <a:pt x="51" y="11"/>
                      <a:pt x="38" y="11"/>
                    </a:cubicBezTo>
                    <a:cubicBezTo>
                      <a:pt x="24" y="11"/>
                      <a:pt x="14" y="22"/>
                      <a:pt x="14" y="41"/>
                    </a:cubicBezTo>
                    <a:cubicBezTo>
                      <a:pt x="14" y="59"/>
                      <a:pt x="24" y="70"/>
                      <a:pt x="38" y="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1390" y="796"/>
                <a:ext cx="18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7" extrusionOk="0">
                    <a:moveTo>
                      <a:pt x="18" y="22"/>
                    </a:moveTo>
                    <a:lnTo>
                      <a:pt x="0" y="22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22"/>
                    </a:lnTo>
                    <a:close/>
                    <a:moveTo>
                      <a:pt x="0" y="42"/>
                    </a:moveTo>
                    <a:lnTo>
                      <a:pt x="18" y="42"/>
                    </a:lnTo>
                    <a:lnTo>
                      <a:pt x="18" y="157"/>
                    </a:lnTo>
                    <a:lnTo>
                      <a:pt x="0" y="1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1432" y="836"/>
                <a:ext cx="95" cy="117"/>
              </a:xfrm>
              <a:custGeom>
                <a:avLst/>
                <a:gdLst/>
                <a:ahLst/>
                <a:cxnLst/>
                <a:rect l="l" t="t" r="r" b="b"/>
                <a:pathLst>
                  <a:path w="64" h="79" extrusionOk="0">
                    <a:moveTo>
                      <a:pt x="0" y="2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8" y="5"/>
                      <a:pt x="27" y="0"/>
                      <a:pt x="38" y="0"/>
                    </a:cubicBezTo>
                    <a:cubicBezTo>
                      <a:pt x="58" y="0"/>
                      <a:pt x="64" y="12"/>
                      <a:pt x="64" y="29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18"/>
                      <a:pt x="46" y="11"/>
                      <a:pt x="36" y="11"/>
                    </a:cubicBezTo>
                    <a:cubicBezTo>
                      <a:pt x="20" y="11"/>
                      <a:pt x="13" y="22"/>
                      <a:pt x="13" y="3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0" y="79"/>
                      <a:pt x="0" y="79"/>
                      <a:pt x="0" y="79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1537" y="804"/>
                <a:ext cx="62" cy="14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00" extrusionOk="0">
                    <a:moveTo>
                      <a:pt x="26" y="23"/>
                    </a:moveTo>
                    <a:cubicBezTo>
                      <a:pt x="42" y="23"/>
                      <a:pt x="42" y="23"/>
                      <a:pt x="42" y="23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26" y="82"/>
                      <a:pt x="26" y="82"/>
                      <a:pt x="26" y="82"/>
                    </a:cubicBezTo>
                    <a:cubicBezTo>
                      <a:pt x="26" y="88"/>
                      <a:pt x="28" y="89"/>
                      <a:pt x="36" y="89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32" y="100"/>
                      <a:pt x="32" y="100"/>
                      <a:pt x="32" y="100"/>
                    </a:cubicBezTo>
                    <a:cubicBezTo>
                      <a:pt x="19" y="100"/>
                      <a:pt x="14" y="98"/>
                      <a:pt x="14" y="8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2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470" y="991"/>
                <a:ext cx="40" cy="52"/>
              </a:xfrm>
              <a:custGeom>
                <a:avLst/>
                <a:gdLst/>
                <a:ahLst/>
                <a:cxnLst/>
                <a:rect l="l" t="t" r="r" b="b"/>
                <a:pathLst>
                  <a:path w="27" h="35" extrusionOk="0">
                    <a:moveTo>
                      <a:pt x="21" y="11"/>
                    </a:moveTo>
                    <a:cubicBezTo>
                      <a:pt x="20" y="6"/>
                      <a:pt x="17" y="4"/>
                      <a:pt x="13" y="4"/>
                    </a:cubicBezTo>
                    <a:cubicBezTo>
                      <a:pt x="9" y="4"/>
                      <a:pt x="5" y="5"/>
                      <a:pt x="5" y="10"/>
                    </a:cubicBezTo>
                    <a:cubicBezTo>
                      <a:pt x="5" y="14"/>
                      <a:pt x="10" y="14"/>
                      <a:pt x="16" y="16"/>
                    </a:cubicBezTo>
                    <a:cubicBezTo>
                      <a:pt x="21" y="17"/>
                      <a:pt x="27" y="19"/>
                      <a:pt x="27" y="25"/>
                    </a:cubicBezTo>
                    <a:cubicBezTo>
                      <a:pt x="27" y="32"/>
                      <a:pt x="20" y="35"/>
                      <a:pt x="13" y="35"/>
                    </a:cubicBezTo>
                    <a:cubicBezTo>
                      <a:pt x="6" y="35"/>
                      <a:pt x="0" y="32"/>
                      <a:pt x="0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9"/>
                      <a:pt x="9" y="32"/>
                      <a:pt x="14" y="32"/>
                    </a:cubicBezTo>
                    <a:cubicBezTo>
                      <a:pt x="18" y="32"/>
                      <a:pt x="22" y="30"/>
                      <a:pt x="22" y="25"/>
                    </a:cubicBezTo>
                    <a:cubicBezTo>
                      <a:pt x="22" y="21"/>
                      <a:pt x="17" y="20"/>
                      <a:pt x="11" y="19"/>
                    </a:cubicBezTo>
                    <a:cubicBezTo>
                      <a:pt x="6" y="18"/>
                      <a:pt x="1" y="16"/>
                      <a:pt x="1" y="10"/>
                    </a:cubicBezTo>
                    <a:cubicBezTo>
                      <a:pt x="1" y="3"/>
                      <a:pt x="7" y="0"/>
                      <a:pt x="13" y="0"/>
                    </a:cubicBezTo>
                    <a:cubicBezTo>
                      <a:pt x="20" y="0"/>
                      <a:pt x="25" y="3"/>
                      <a:pt x="25" y="11"/>
                    </a:cubicBezTo>
                    <a:lnTo>
                      <a:pt x="21" y="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517" y="991"/>
                <a:ext cx="47" cy="52"/>
              </a:xfrm>
              <a:custGeom>
                <a:avLst/>
                <a:gdLst/>
                <a:ahLst/>
                <a:cxnLst/>
                <a:rect l="l" t="t" r="r" b="b"/>
                <a:pathLst>
                  <a:path w="32" h="35" extrusionOk="0">
                    <a:moveTo>
                      <a:pt x="16" y="0"/>
                    </a:moveTo>
                    <a:cubicBezTo>
                      <a:pt x="27" y="0"/>
                      <a:pt x="32" y="8"/>
                      <a:pt x="32" y="18"/>
                    </a:cubicBezTo>
                    <a:cubicBezTo>
                      <a:pt x="32" y="27"/>
                      <a:pt x="27" y="35"/>
                      <a:pt x="16" y="35"/>
                    </a:cubicBezTo>
                    <a:cubicBezTo>
                      <a:pt x="5" y="35"/>
                      <a:pt x="0" y="27"/>
                      <a:pt x="0" y="18"/>
                    </a:cubicBezTo>
                    <a:cubicBezTo>
                      <a:pt x="0" y="8"/>
                      <a:pt x="5" y="0"/>
                      <a:pt x="16" y="0"/>
                    </a:cubicBezTo>
                    <a:close/>
                    <a:moveTo>
                      <a:pt x="16" y="32"/>
                    </a:moveTo>
                    <a:cubicBezTo>
                      <a:pt x="24" y="32"/>
                      <a:pt x="28" y="24"/>
                      <a:pt x="28" y="18"/>
                    </a:cubicBezTo>
                    <a:cubicBezTo>
                      <a:pt x="28" y="11"/>
                      <a:pt x="24" y="4"/>
                      <a:pt x="16" y="4"/>
                    </a:cubicBezTo>
                    <a:cubicBezTo>
                      <a:pt x="8" y="4"/>
                      <a:pt x="4" y="11"/>
                      <a:pt x="4" y="18"/>
                    </a:cubicBezTo>
                    <a:cubicBezTo>
                      <a:pt x="4" y="24"/>
                      <a:pt x="8" y="32"/>
                      <a:pt x="16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575" y="993"/>
                <a:ext cx="32" cy="50"/>
              </a:xfrm>
              <a:custGeom>
                <a:avLst/>
                <a:gdLst/>
                <a:ahLst/>
                <a:cxnLst/>
                <a:rect l="l" t="t" r="r" b="b"/>
                <a:pathLst>
                  <a:path w="32" h="50" extrusionOk="0">
                    <a:moveTo>
                      <a:pt x="0" y="0"/>
                    </a:moveTo>
                    <a:lnTo>
                      <a:pt x="32" y="0"/>
                    </a:lnTo>
                    <a:lnTo>
                      <a:pt x="32" y="5"/>
                    </a:lnTo>
                    <a:lnTo>
                      <a:pt x="7" y="5"/>
                    </a:lnTo>
                    <a:lnTo>
                      <a:pt x="7" y="20"/>
                    </a:lnTo>
                    <a:lnTo>
                      <a:pt x="29" y="20"/>
                    </a:lnTo>
                    <a:lnTo>
                      <a:pt x="29" y="26"/>
                    </a:lnTo>
                    <a:lnTo>
                      <a:pt x="7" y="26"/>
                    </a:lnTo>
                    <a:lnTo>
                      <a:pt x="7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613" y="993"/>
                <a:ext cx="40" cy="50"/>
              </a:xfrm>
              <a:custGeom>
                <a:avLst/>
                <a:gdLst/>
                <a:ahLst/>
                <a:cxnLst/>
                <a:rect l="l" t="t" r="r" b="b"/>
                <a:pathLst>
                  <a:path w="40" h="50" extrusionOk="0">
                    <a:moveTo>
                      <a:pt x="17" y="5"/>
                    </a:moveTo>
                    <a:lnTo>
                      <a:pt x="0" y="5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5"/>
                    </a:lnTo>
                    <a:lnTo>
                      <a:pt x="24" y="5"/>
                    </a:lnTo>
                    <a:lnTo>
                      <a:pt x="24" y="50"/>
                    </a:lnTo>
                    <a:lnTo>
                      <a:pt x="17" y="50"/>
                    </a:ln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659" y="993"/>
                <a:ext cx="63" cy="50"/>
              </a:xfrm>
              <a:custGeom>
                <a:avLst/>
                <a:gdLst/>
                <a:ahLst/>
                <a:cxnLst/>
                <a:rect l="l" t="t" r="r" b="b"/>
                <a:pathLst>
                  <a:path w="63" h="50" extrusionOk="0">
                    <a:moveTo>
                      <a:pt x="49" y="50"/>
                    </a:moveTo>
                    <a:lnTo>
                      <a:pt x="43" y="50"/>
                    </a:lnTo>
                    <a:lnTo>
                      <a:pt x="31" y="7"/>
                    </a:lnTo>
                    <a:lnTo>
                      <a:pt x="31" y="7"/>
                    </a:lnTo>
                    <a:lnTo>
                      <a:pt x="20" y="50"/>
                    </a:lnTo>
                    <a:lnTo>
                      <a:pt x="12" y="5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7" y="41"/>
                    </a:lnTo>
                    <a:lnTo>
                      <a:pt x="17" y="41"/>
                    </a:lnTo>
                    <a:lnTo>
                      <a:pt x="28" y="0"/>
                    </a:lnTo>
                    <a:lnTo>
                      <a:pt x="36" y="0"/>
                    </a:lnTo>
                    <a:lnTo>
                      <a:pt x="46" y="41"/>
                    </a:lnTo>
                    <a:lnTo>
                      <a:pt x="46" y="41"/>
                    </a:lnTo>
                    <a:lnTo>
                      <a:pt x="57" y="0"/>
                    </a:lnTo>
                    <a:lnTo>
                      <a:pt x="63" y="0"/>
                    </a:lnTo>
                    <a:lnTo>
                      <a:pt x="49" y="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722" y="993"/>
                <a:ext cx="45" cy="50"/>
              </a:xfrm>
              <a:custGeom>
                <a:avLst/>
                <a:gdLst/>
                <a:ahLst/>
                <a:cxnLst/>
                <a:rect l="l" t="t" r="r" b="b"/>
                <a:pathLst>
                  <a:path w="45" h="50" extrusionOk="0">
                    <a:moveTo>
                      <a:pt x="19" y="0"/>
                    </a:moveTo>
                    <a:lnTo>
                      <a:pt x="26" y="0"/>
                    </a:lnTo>
                    <a:lnTo>
                      <a:pt x="45" y="50"/>
                    </a:lnTo>
                    <a:lnTo>
                      <a:pt x="38" y="50"/>
                    </a:lnTo>
                    <a:lnTo>
                      <a:pt x="32" y="34"/>
                    </a:lnTo>
                    <a:lnTo>
                      <a:pt x="11" y="34"/>
                    </a:lnTo>
                    <a:lnTo>
                      <a:pt x="5" y="50"/>
                    </a:lnTo>
                    <a:lnTo>
                      <a:pt x="0" y="50"/>
                    </a:lnTo>
                    <a:lnTo>
                      <a:pt x="19" y="0"/>
                    </a:lnTo>
                    <a:close/>
                    <a:moveTo>
                      <a:pt x="13" y="29"/>
                    </a:moveTo>
                    <a:lnTo>
                      <a:pt x="31" y="29"/>
                    </a:lnTo>
                    <a:lnTo>
                      <a:pt x="22" y="5"/>
                    </a:lnTo>
                    <a:lnTo>
                      <a:pt x="22" y="5"/>
                    </a:lnTo>
                    <a:lnTo>
                      <a:pt x="13" y="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775" y="993"/>
                <a:ext cx="40" cy="50"/>
              </a:xfrm>
              <a:custGeom>
                <a:avLst/>
                <a:gdLst/>
                <a:ahLst/>
                <a:cxnLst/>
                <a:rect l="l" t="t" r="r" b="b"/>
                <a:pathLst>
                  <a:path w="27" h="34" extrusionOk="0">
                    <a:moveTo>
                      <a:pt x="0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22" y="0"/>
                      <a:pt x="26" y="3"/>
                      <a:pt x="26" y="9"/>
                    </a:cubicBezTo>
                    <a:cubicBezTo>
                      <a:pt x="26" y="13"/>
                      <a:pt x="24" y="16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4" y="18"/>
                      <a:pt x="25" y="21"/>
                      <a:pt x="25" y="24"/>
                    </a:cubicBezTo>
                    <a:cubicBezTo>
                      <a:pt x="26" y="28"/>
                      <a:pt x="25" y="31"/>
                      <a:pt x="27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1" y="32"/>
                      <a:pt x="22" y="29"/>
                      <a:pt x="21" y="25"/>
                    </a:cubicBezTo>
                    <a:cubicBezTo>
                      <a:pt x="21" y="22"/>
                      <a:pt x="20" y="19"/>
                      <a:pt x="1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0" y="34"/>
                      <a:pt x="0" y="34"/>
                      <a:pt x="0" y="34"/>
                    </a:cubicBezTo>
                    <a:lnTo>
                      <a:pt x="0" y="0"/>
                    </a:lnTo>
                    <a:close/>
                    <a:moveTo>
                      <a:pt x="14" y="15"/>
                    </a:moveTo>
                    <a:cubicBezTo>
                      <a:pt x="18" y="15"/>
                      <a:pt x="22" y="14"/>
                      <a:pt x="22" y="9"/>
                    </a:cubicBezTo>
                    <a:cubicBezTo>
                      <a:pt x="22" y="6"/>
                      <a:pt x="20" y="4"/>
                      <a:pt x="1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15"/>
                      <a:pt x="5" y="15"/>
                      <a:pt x="5" y="15"/>
                    </a:cubicBezTo>
                    <a:lnTo>
                      <a:pt x="14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825" y="993"/>
                <a:ext cx="36" cy="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0" extrusionOk="0">
                    <a:moveTo>
                      <a:pt x="0" y="0"/>
                    </a:moveTo>
                    <a:lnTo>
                      <a:pt x="34" y="0"/>
                    </a:lnTo>
                    <a:lnTo>
                      <a:pt x="34" y="5"/>
                    </a:lnTo>
                    <a:lnTo>
                      <a:pt x="8" y="5"/>
                    </a:lnTo>
                    <a:lnTo>
                      <a:pt x="8" y="20"/>
                    </a:lnTo>
                    <a:lnTo>
                      <a:pt x="33" y="20"/>
                    </a:lnTo>
                    <a:lnTo>
                      <a:pt x="33" y="26"/>
                    </a:lnTo>
                    <a:lnTo>
                      <a:pt x="8" y="26"/>
                    </a:lnTo>
                    <a:lnTo>
                      <a:pt x="8" y="44"/>
                    </a:lnTo>
                    <a:lnTo>
                      <a:pt x="36" y="44"/>
                    </a:lnTo>
                    <a:lnTo>
                      <a:pt x="36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888" y="993"/>
                <a:ext cx="40" cy="50"/>
              </a:xfrm>
              <a:custGeom>
                <a:avLst/>
                <a:gdLst/>
                <a:ahLst/>
                <a:cxnLst/>
                <a:rect l="l" t="t" r="r" b="b"/>
                <a:pathLst>
                  <a:path w="40" h="50" extrusionOk="0">
                    <a:moveTo>
                      <a:pt x="16" y="5"/>
                    </a:moveTo>
                    <a:lnTo>
                      <a:pt x="0" y="5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5"/>
                    </a:lnTo>
                    <a:lnTo>
                      <a:pt x="23" y="5"/>
                    </a:lnTo>
                    <a:lnTo>
                      <a:pt x="23" y="50"/>
                    </a:lnTo>
                    <a:lnTo>
                      <a:pt x="16" y="50"/>
                    </a:lnTo>
                    <a:lnTo>
                      <a:pt x="16" y="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935" y="993"/>
                <a:ext cx="36" cy="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0" extrusionOk="0">
                    <a:moveTo>
                      <a:pt x="0" y="0"/>
                    </a:moveTo>
                    <a:lnTo>
                      <a:pt x="36" y="0"/>
                    </a:lnTo>
                    <a:lnTo>
                      <a:pt x="36" y="5"/>
                    </a:lnTo>
                    <a:lnTo>
                      <a:pt x="7" y="5"/>
                    </a:lnTo>
                    <a:lnTo>
                      <a:pt x="7" y="20"/>
                    </a:lnTo>
                    <a:lnTo>
                      <a:pt x="34" y="20"/>
                    </a:lnTo>
                    <a:lnTo>
                      <a:pt x="34" y="26"/>
                    </a:lnTo>
                    <a:lnTo>
                      <a:pt x="7" y="26"/>
                    </a:lnTo>
                    <a:lnTo>
                      <a:pt x="7" y="44"/>
                    </a:lnTo>
                    <a:lnTo>
                      <a:pt x="36" y="44"/>
                    </a:lnTo>
                    <a:lnTo>
                      <a:pt x="36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978" y="991"/>
                <a:ext cx="46" cy="52"/>
              </a:xfrm>
              <a:custGeom>
                <a:avLst/>
                <a:gdLst/>
                <a:ahLst/>
                <a:cxnLst/>
                <a:rect l="l" t="t" r="r" b="b"/>
                <a:pathLst>
                  <a:path w="31" h="35" extrusionOk="0">
                    <a:moveTo>
                      <a:pt x="26" y="11"/>
                    </a:moveTo>
                    <a:cubicBezTo>
                      <a:pt x="25" y="6"/>
                      <a:pt x="21" y="4"/>
                      <a:pt x="16" y="4"/>
                    </a:cubicBezTo>
                    <a:cubicBezTo>
                      <a:pt x="8" y="4"/>
                      <a:pt x="5" y="10"/>
                      <a:pt x="5" y="17"/>
                    </a:cubicBezTo>
                    <a:cubicBezTo>
                      <a:pt x="5" y="25"/>
                      <a:pt x="8" y="32"/>
                      <a:pt x="16" y="32"/>
                    </a:cubicBezTo>
                    <a:cubicBezTo>
                      <a:pt x="22" y="32"/>
                      <a:pt x="26" y="27"/>
                      <a:pt x="26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30"/>
                      <a:pt x="25" y="35"/>
                      <a:pt x="16" y="35"/>
                    </a:cubicBezTo>
                    <a:cubicBezTo>
                      <a:pt x="6" y="35"/>
                      <a:pt x="0" y="28"/>
                      <a:pt x="0" y="18"/>
                    </a:cubicBezTo>
                    <a:cubicBezTo>
                      <a:pt x="0" y="8"/>
                      <a:pt x="6" y="0"/>
                      <a:pt x="16" y="0"/>
                    </a:cubicBezTo>
                    <a:cubicBezTo>
                      <a:pt x="23" y="0"/>
                      <a:pt x="29" y="4"/>
                      <a:pt x="30" y="11"/>
                    </a:cubicBezTo>
                    <a:lnTo>
                      <a:pt x="26" y="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1034" y="993"/>
                <a:ext cx="40" cy="50"/>
              </a:xfrm>
              <a:custGeom>
                <a:avLst/>
                <a:gdLst/>
                <a:ahLst/>
                <a:cxnLst/>
                <a:rect l="l" t="t" r="r" b="b"/>
                <a:pathLst>
                  <a:path w="40" h="50" extrusionOk="0">
                    <a:moveTo>
                      <a:pt x="0" y="0"/>
                    </a:moveTo>
                    <a:lnTo>
                      <a:pt x="6" y="0"/>
                    </a:lnTo>
                    <a:lnTo>
                      <a:pt x="6" y="20"/>
                    </a:lnTo>
                    <a:lnTo>
                      <a:pt x="33" y="20"/>
                    </a:lnTo>
                    <a:lnTo>
                      <a:pt x="33" y="0"/>
                    </a:lnTo>
                    <a:lnTo>
                      <a:pt x="40" y="0"/>
                    </a:lnTo>
                    <a:lnTo>
                      <a:pt x="40" y="50"/>
                    </a:lnTo>
                    <a:lnTo>
                      <a:pt x="33" y="50"/>
                    </a:lnTo>
                    <a:lnTo>
                      <a:pt x="33" y="26"/>
                    </a:lnTo>
                    <a:lnTo>
                      <a:pt x="6" y="26"/>
                    </a:lnTo>
                    <a:lnTo>
                      <a:pt x="6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1088" y="993"/>
                <a:ext cx="40" cy="50"/>
              </a:xfrm>
              <a:custGeom>
                <a:avLst/>
                <a:gdLst/>
                <a:ahLst/>
                <a:cxnLst/>
                <a:rect l="l" t="t" r="r" b="b"/>
                <a:pathLst>
                  <a:path w="40" h="50" extrusionOk="0">
                    <a:moveTo>
                      <a:pt x="0" y="0"/>
                    </a:moveTo>
                    <a:lnTo>
                      <a:pt x="7" y="0"/>
                    </a:lnTo>
                    <a:lnTo>
                      <a:pt x="32" y="40"/>
                    </a:lnTo>
                    <a:lnTo>
                      <a:pt x="32" y="40"/>
                    </a:lnTo>
                    <a:lnTo>
                      <a:pt x="32" y="0"/>
                    </a:lnTo>
                    <a:lnTo>
                      <a:pt x="40" y="0"/>
                    </a:lnTo>
                    <a:lnTo>
                      <a:pt x="40" y="50"/>
                    </a:lnTo>
                    <a:lnTo>
                      <a:pt x="32" y="50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1138" y="991"/>
                <a:ext cx="48" cy="52"/>
              </a:xfrm>
              <a:custGeom>
                <a:avLst/>
                <a:gdLst/>
                <a:ahLst/>
                <a:cxnLst/>
                <a:rect l="l" t="t" r="r" b="b"/>
                <a:pathLst>
                  <a:path w="32" h="35" extrusionOk="0">
                    <a:moveTo>
                      <a:pt x="16" y="0"/>
                    </a:moveTo>
                    <a:cubicBezTo>
                      <a:pt x="27" y="0"/>
                      <a:pt x="32" y="8"/>
                      <a:pt x="32" y="18"/>
                    </a:cubicBezTo>
                    <a:cubicBezTo>
                      <a:pt x="32" y="27"/>
                      <a:pt x="27" y="35"/>
                      <a:pt x="16" y="35"/>
                    </a:cubicBezTo>
                    <a:cubicBezTo>
                      <a:pt x="5" y="35"/>
                      <a:pt x="0" y="27"/>
                      <a:pt x="0" y="18"/>
                    </a:cubicBezTo>
                    <a:cubicBezTo>
                      <a:pt x="0" y="8"/>
                      <a:pt x="5" y="0"/>
                      <a:pt x="16" y="0"/>
                    </a:cubicBezTo>
                    <a:close/>
                    <a:moveTo>
                      <a:pt x="16" y="32"/>
                    </a:moveTo>
                    <a:cubicBezTo>
                      <a:pt x="24" y="32"/>
                      <a:pt x="28" y="24"/>
                      <a:pt x="28" y="18"/>
                    </a:cubicBezTo>
                    <a:cubicBezTo>
                      <a:pt x="28" y="11"/>
                      <a:pt x="24" y="4"/>
                      <a:pt x="16" y="4"/>
                    </a:cubicBezTo>
                    <a:cubicBezTo>
                      <a:pt x="8" y="4"/>
                      <a:pt x="4" y="11"/>
                      <a:pt x="4" y="18"/>
                    </a:cubicBezTo>
                    <a:cubicBezTo>
                      <a:pt x="4" y="24"/>
                      <a:pt x="8" y="32"/>
                      <a:pt x="16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1196" y="993"/>
                <a:ext cx="33" cy="50"/>
              </a:xfrm>
              <a:custGeom>
                <a:avLst/>
                <a:gdLst/>
                <a:ahLst/>
                <a:cxnLst/>
                <a:rect l="l" t="t" r="r" b="b"/>
                <a:pathLst>
                  <a:path w="33" h="50" extrusionOk="0">
                    <a:moveTo>
                      <a:pt x="0" y="0"/>
                    </a:moveTo>
                    <a:lnTo>
                      <a:pt x="6" y="0"/>
                    </a:lnTo>
                    <a:lnTo>
                      <a:pt x="6" y="44"/>
                    </a:lnTo>
                    <a:lnTo>
                      <a:pt x="33" y="44"/>
                    </a:lnTo>
                    <a:lnTo>
                      <a:pt x="33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1233" y="991"/>
                <a:ext cx="49" cy="52"/>
              </a:xfrm>
              <a:custGeom>
                <a:avLst/>
                <a:gdLst/>
                <a:ahLst/>
                <a:cxnLst/>
                <a:rect l="l" t="t" r="r" b="b"/>
                <a:pathLst>
                  <a:path w="33" h="35" extrusionOk="0">
                    <a:moveTo>
                      <a:pt x="16" y="0"/>
                    </a:moveTo>
                    <a:cubicBezTo>
                      <a:pt x="27" y="0"/>
                      <a:pt x="33" y="8"/>
                      <a:pt x="33" y="18"/>
                    </a:cubicBezTo>
                    <a:cubicBezTo>
                      <a:pt x="33" y="27"/>
                      <a:pt x="27" y="35"/>
                      <a:pt x="16" y="35"/>
                    </a:cubicBezTo>
                    <a:cubicBezTo>
                      <a:pt x="6" y="35"/>
                      <a:pt x="0" y="27"/>
                      <a:pt x="0" y="18"/>
                    </a:cubicBezTo>
                    <a:cubicBezTo>
                      <a:pt x="0" y="8"/>
                      <a:pt x="6" y="0"/>
                      <a:pt x="16" y="0"/>
                    </a:cubicBezTo>
                    <a:close/>
                    <a:moveTo>
                      <a:pt x="16" y="32"/>
                    </a:moveTo>
                    <a:cubicBezTo>
                      <a:pt x="25" y="32"/>
                      <a:pt x="28" y="24"/>
                      <a:pt x="28" y="18"/>
                    </a:cubicBezTo>
                    <a:cubicBezTo>
                      <a:pt x="28" y="11"/>
                      <a:pt x="25" y="4"/>
                      <a:pt x="16" y="4"/>
                    </a:cubicBezTo>
                    <a:cubicBezTo>
                      <a:pt x="8" y="4"/>
                      <a:pt x="5" y="11"/>
                      <a:pt x="5" y="18"/>
                    </a:cubicBezTo>
                    <a:cubicBezTo>
                      <a:pt x="5" y="24"/>
                      <a:pt x="8" y="32"/>
                      <a:pt x="16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1289" y="991"/>
                <a:ext cx="46" cy="52"/>
              </a:xfrm>
              <a:custGeom>
                <a:avLst/>
                <a:gdLst/>
                <a:ahLst/>
                <a:cxnLst/>
                <a:rect l="l" t="t" r="r" b="b"/>
                <a:pathLst>
                  <a:path w="31" h="35" extrusionOk="0">
                    <a:moveTo>
                      <a:pt x="27" y="30"/>
                    </a:moveTo>
                    <a:cubicBezTo>
                      <a:pt x="25" y="34"/>
                      <a:pt x="20" y="35"/>
                      <a:pt x="16" y="35"/>
                    </a:cubicBezTo>
                    <a:cubicBezTo>
                      <a:pt x="6" y="35"/>
                      <a:pt x="0" y="27"/>
                      <a:pt x="0" y="18"/>
                    </a:cubicBezTo>
                    <a:cubicBezTo>
                      <a:pt x="0" y="8"/>
                      <a:pt x="6" y="0"/>
                      <a:pt x="16" y="0"/>
                    </a:cubicBezTo>
                    <a:cubicBezTo>
                      <a:pt x="24" y="0"/>
                      <a:pt x="30" y="3"/>
                      <a:pt x="31" y="11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5" y="6"/>
                      <a:pt x="21" y="4"/>
                      <a:pt x="16" y="4"/>
                    </a:cubicBezTo>
                    <a:cubicBezTo>
                      <a:pt x="8" y="4"/>
                      <a:pt x="5" y="11"/>
                      <a:pt x="5" y="18"/>
                    </a:cubicBezTo>
                    <a:cubicBezTo>
                      <a:pt x="5" y="25"/>
                      <a:pt x="9" y="32"/>
                      <a:pt x="16" y="32"/>
                    </a:cubicBezTo>
                    <a:cubicBezTo>
                      <a:pt x="23" y="32"/>
                      <a:pt x="27" y="27"/>
                      <a:pt x="2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28" y="35"/>
                      <a:pt x="28" y="35"/>
                      <a:pt x="28" y="35"/>
                    </a:cubicBezTo>
                    <a:lnTo>
                      <a:pt x="27" y="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1349" y="993"/>
                <a:ext cx="0" cy="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1368" y="993"/>
                <a:ext cx="35" cy="50"/>
              </a:xfrm>
              <a:custGeom>
                <a:avLst/>
                <a:gdLst/>
                <a:ahLst/>
                <a:cxnLst/>
                <a:rect l="l" t="t" r="r" b="b"/>
                <a:pathLst>
                  <a:path w="35" h="50" extrusionOk="0">
                    <a:moveTo>
                      <a:pt x="0" y="0"/>
                    </a:moveTo>
                    <a:lnTo>
                      <a:pt x="35" y="0"/>
                    </a:lnTo>
                    <a:lnTo>
                      <a:pt x="35" y="5"/>
                    </a:lnTo>
                    <a:lnTo>
                      <a:pt x="7" y="5"/>
                    </a:lnTo>
                    <a:lnTo>
                      <a:pt x="7" y="20"/>
                    </a:lnTo>
                    <a:lnTo>
                      <a:pt x="33" y="20"/>
                    </a:lnTo>
                    <a:lnTo>
                      <a:pt x="33" y="26"/>
                    </a:lnTo>
                    <a:lnTo>
                      <a:pt x="7" y="26"/>
                    </a:lnTo>
                    <a:lnTo>
                      <a:pt x="7" y="44"/>
                    </a:lnTo>
                    <a:lnTo>
                      <a:pt x="35" y="44"/>
                    </a:lnTo>
                    <a:lnTo>
                      <a:pt x="35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1411" y="991"/>
                <a:ext cx="40" cy="52"/>
              </a:xfrm>
              <a:custGeom>
                <a:avLst/>
                <a:gdLst/>
                <a:ahLst/>
                <a:cxnLst/>
                <a:rect l="l" t="t" r="r" b="b"/>
                <a:pathLst>
                  <a:path w="27" h="35" extrusionOk="0">
                    <a:moveTo>
                      <a:pt x="22" y="11"/>
                    </a:moveTo>
                    <a:cubicBezTo>
                      <a:pt x="21" y="6"/>
                      <a:pt x="18" y="4"/>
                      <a:pt x="13" y="4"/>
                    </a:cubicBezTo>
                    <a:cubicBezTo>
                      <a:pt x="9" y="4"/>
                      <a:pt x="6" y="5"/>
                      <a:pt x="6" y="10"/>
                    </a:cubicBezTo>
                    <a:cubicBezTo>
                      <a:pt x="6" y="14"/>
                      <a:pt x="11" y="14"/>
                      <a:pt x="16" y="16"/>
                    </a:cubicBezTo>
                    <a:cubicBezTo>
                      <a:pt x="22" y="17"/>
                      <a:pt x="27" y="19"/>
                      <a:pt x="27" y="25"/>
                    </a:cubicBezTo>
                    <a:cubicBezTo>
                      <a:pt x="27" y="32"/>
                      <a:pt x="20" y="35"/>
                      <a:pt x="14" y="35"/>
                    </a:cubicBezTo>
                    <a:cubicBezTo>
                      <a:pt x="6" y="35"/>
                      <a:pt x="0" y="32"/>
                      <a:pt x="0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9"/>
                      <a:pt x="9" y="32"/>
                      <a:pt x="14" y="32"/>
                    </a:cubicBezTo>
                    <a:cubicBezTo>
                      <a:pt x="18" y="32"/>
                      <a:pt x="23" y="30"/>
                      <a:pt x="23" y="25"/>
                    </a:cubicBezTo>
                    <a:cubicBezTo>
                      <a:pt x="23" y="21"/>
                      <a:pt x="17" y="20"/>
                      <a:pt x="12" y="19"/>
                    </a:cubicBezTo>
                    <a:cubicBezTo>
                      <a:pt x="7" y="18"/>
                      <a:pt x="1" y="16"/>
                      <a:pt x="1" y="10"/>
                    </a:cubicBezTo>
                    <a:cubicBezTo>
                      <a:pt x="1" y="3"/>
                      <a:pt x="7" y="0"/>
                      <a:pt x="13" y="0"/>
                    </a:cubicBezTo>
                    <a:cubicBezTo>
                      <a:pt x="20" y="0"/>
                      <a:pt x="26" y="3"/>
                      <a:pt x="26" y="11"/>
                    </a:cubicBezTo>
                    <a:lnTo>
                      <a:pt x="22" y="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1484" y="993"/>
                <a:ext cx="32" cy="50"/>
              </a:xfrm>
              <a:custGeom>
                <a:avLst/>
                <a:gdLst/>
                <a:ahLst/>
                <a:cxnLst/>
                <a:rect l="l" t="t" r="r" b="b"/>
                <a:pathLst>
                  <a:path w="32" h="50" extrusionOk="0">
                    <a:moveTo>
                      <a:pt x="0" y="0"/>
                    </a:moveTo>
                    <a:lnTo>
                      <a:pt x="5" y="0"/>
                    </a:lnTo>
                    <a:lnTo>
                      <a:pt x="5" y="44"/>
                    </a:lnTo>
                    <a:lnTo>
                      <a:pt x="32" y="44"/>
                    </a:lnTo>
                    <a:lnTo>
                      <a:pt x="32" y="50"/>
                    </a:ln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1513" y="993"/>
                <a:ext cx="40" cy="50"/>
              </a:xfrm>
              <a:custGeom>
                <a:avLst/>
                <a:gdLst/>
                <a:ahLst/>
                <a:cxnLst/>
                <a:rect l="l" t="t" r="r" b="b"/>
                <a:pathLst>
                  <a:path w="40" h="50" extrusionOk="0">
                    <a:moveTo>
                      <a:pt x="17" y="5"/>
                    </a:moveTo>
                    <a:lnTo>
                      <a:pt x="0" y="5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5"/>
                    </a:lnTo>
                    <a:lnTo>
                      <a:pt x="24" y="5"/>
                    </a:lnTo>
                    <a:lnTo>
                      <a:pt x="24" y="50"/>
                    </a:lnTo>
                    <a:lnTo>
                      <a:pt x="17" y="50"/>
                    </a:ln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1561" y="993"/>
                <a:ext cx="41" cy="5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4" extrusionOk="0">
                    <a:moveTo>
                      <a:pt x="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22" y="0"/>
                      <a:pt x="28" y="5"/>
                      <a:pt x="28" y="16"/>
                    </a:cubicBezTo>
                    <a:cubicBezTo>
                      <a:pt x="28" y="27"/>
                      <a:pt x="23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lnTo>
                      <a:pt x="0" y="0"/>
                    </a:lnTo>
                    <a:close/>
                    <a:moveTo>
                      <a:pt x="5" y="30"/>
                    </a:moveTo>
                    <a:cubicBezTo>
                      <a:pt x="12" y="30"/>
                      <a:pt x="12" y="30"/>
                      <a:pt x="12" y="30"/>
                    </a:cubicBezTo>
                    <a:cubicBezTo>
                      <a:pt x="15" y="30"/>
                      <a:pt x="24" y="29"/>
                      <a:pt x="24" y="16"/>
                    </a:cubicBezTo>
                    <a:cubicBezTo>
                      <a:pt x="24" y="8"/>
                      <a:pt x="21" y="4"/>
                      <a:pt x="12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1589" y="803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7" h="17" extrusionOk="0">
                    <a:moveTo>
                      <a:pt x="8" y="0"/>
                    </a:moveTo>
                    <a:cubicBezTo>
                      <a:pt x="13" y="0"/>
                      <a:pt x="17" y="3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ubicBezTo>
                      <a:pt x="4" y="17"/>
                      <a:pt x="0" y="13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lose/>
                    <a:moveTo>
                      <a:pt x="8" y="16"/>
                    </a:moveTo>
                    <a:cubicBezTo>
                      <a:pt x="12" y="16"/>
                      <a:pt x="15" y="12"/>
                      <a:pt x="15" y="8"/>
                    </a:cubicBezTo>
                    <a:cubicBezTo>
                      <a:pt x="15" y="4"/>
                      <a:pt x="12" y="1"/>
                      <a:pt x="8" y="1"/>
                    </a:cubicBezTo>
                    <a:cubicBezTo>
                      <a:pt x="4" y="1"/>
                      <a:pt x="1" y="4"/>
                      <a:pt x="1" y="8"/>
                    </a:cubicBezTo>
                    <a:cubicBezTo>
                      <a:pt x="1" y="12"/>
                      <a:pt x="4" y="16"/>
                      <a:pt x="8" y="16"/>
                    </a:cubicBezTo>
                    <a:close/>
                    <a:moveTo>
                      <a:pt x="5" y="3"/>
                    </a:moveTo>
                    <a:cubicBezTo>
                      <a:pt x="9" y="3"/>
                      <a:pt x="9" y="3"/>
                      <a:pt x="9" y="3"/>
                    </a:cubicBezTo>
                    <a:cubicBezTo>
                      <a:pt x="11" y="3"/>
                      <a:pt x="12" y="4"/>
                      <a:pt x="12" y="6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5" y="13"/>
                      <a:pt x="5" y="13"/>
                      <a:pt x="5" y="13"/>
                    </a:cubicBezTo>
                    <a:lnTo>
                      <a:pt x="5" y="3"/>
                    </a:lnTo>
                    <a:close/>
                    <a:moveTo>
                      <a:pt x="7" y="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0" y="8"/>
                      <a:pt x="11" y="8"/>
                      <a:pt x="11" y="6"/>
                    </a:cubicBezTo>
                    <a:cubicBezTo>
                      <a:pt x="11" y="5"/>
                      <a:pt x="10" y="4"/>
                      <a:pt x="9" y="4"/>
                    </a:cubicBezTo>
                    <a:cubicBezTo>
                      <a:pt x="7" y="4"/>
                      <a:pt x="7" y="4"/>
                      <a:pt x="7" y="4"/>
                    </a:cubicBezTo>
                    <a:lnTo>
                      <a:pt x="7" y="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147" name="Google Shape;147;p13"/>
          <p:cNvSpPr txBox="1"/>
          <p:nvPr/>
        </p:nvSpPr>
        <p:spPr>
          <a:xfrm>
            <a:off x="349681" y="6556248"/>
            <a:ext cx="3681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None/>
            </a:pPr>
            <a:r>
              <a:rPr lang="iw-IL" sz="1000" b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Check Point Software Technologies Ltd. </a:t>
            </a:r>
            <a:endParaRPr sz="1000" b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485820" y="5114995"/>
            <a:ext cx="5806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26952"/>
              </a:lnSpc>
              <a:spcBef>
                <a:spcPts val="0"/>
              </a:spcBef>
              <a:spcAft>
                <a:spcPts val="0"/>
              </a:spcAft>
              <a:buSzPts val="1785"/>
              <a:buNone/>
              <a:defRPr sz="21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>
                <a:solidFill>
                  <a:srgbClr val="FBE8ED"/>
                </a:solidFill>
              </a:defRPr>
            </a:lvl2pPr>
            <a:lvl3pPr lvl="2" algn="ctr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>
                <a:solidFill>
                  <a:srgbClr val="FBE8ED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rgbClr val="FBE8ED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rgbClr val="FBE8ED"/>
                </a:solidFill>
              </a:defRPr>
            </a:lvl5pPr>
            <a:lvl6pPr lvl="5" algn="ctr" rtl="0">
              <a:spcBef>
                <a:spcPts val="420"/>
              </a:spcBef>
              <a:spcAft>
                <a:spcPts val="0"/>
              </a:spcAft>
              <a:buSzPts val="2100"/>
              <a:buFont typeface="Calibri"/>
              <a:buNone/>
              <a:defRPr>
                <a:solidFill>
                  <a:srgbClr val="FBE8ED"/>
                </a:solidFill>
              </a:defRPr>
            </a:lvl6pPr>
            <a:lvl7pPr lvl="6" algn="ctr" rtl="0">
              <a:spcBef>
                <a:spcPts val="420"/>
              </a:spcBef>
              <a:spcAft>
                <a:spcPts val="0"/>
              </a:spcAft>
              <a:buSzPts val="2100"/>
              <a:buFont typeface="Calibri"/>
              <a:buNone/>
              <a:defRPr>
                <a:solidFill>
                  <a:srgbClr val="FBE8ED"/>
                </a:solidFill>
              </a:defRPr>
            </a:lvl7pPr>
            <a:lvl8pPr lvl="7" algn="ctr" rtl="0">
              <a:spcBef>
                <a:spcPts val="420"/>
              </a:spcBef>
              <a:spcAft>
                <a:spcPts val="0"/>
              </a:spcAft>
              <a:buSzPts val="2100"/>
              <a:buFont typeface="Calibri"/>
              <a:buNone/>
              <a:defRPr>
                <a:solidFill>
                  <a:srgbClr val="FBE8ED"/>
                </a:solidFill>
              </a:defRPr>
            </a:lvl8pPr>
            <a:lvl9pPr lvl="8" algn="ctr" rtl="0">
              <a:spcBef>
                <a:spcPts val="420"/>
              </a:spcBef>
              <a:spcAft>
                <a:spcPts val="0"/>
              </a:spcAft>
              <a:buSzPts val="2100"/>
              <a:buFont typeface="Calibri"/>
              <a:buNone/>
              <a:defRPr>
                <a:solidFill>
                  <a:srgbClr val="FBE8ED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body" idx="2"/>
          </p:nvPr>
        </p:nvSpPr>
        <p:spPr>
          <a:xfrm>
            <a:off x="478198" y="3229665"/>
            <a:ext cx="580650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720"/>
              <a:buFont typeface="Arial"/>
              <a:buNone/>
              <a:defRPr sz="32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body" idx="3"/>
          </p:nvPr>
        </p:nvSpPr>
        <p:spPr>
          <a:xfrm>
            <a:off x="478198" y="2158451"/>
            <a:ext cx="58065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Calibri"/>
              <a:buNone/>
              <a:defRPr sz="4000" b="1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9591" y="5807590"/>
            <a:ext cx="2446585" cy="7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tandard title and bullets">
  <p:cSld name="3_Standard title and bulle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683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556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aise Hands">
  <p:cSld name="Raise Hand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530"/>
              <a:buChar char="●"/>
              <a:defRPr/>
            </a:lvl1pPr>
            <a:lvl2pPr marL="914400" lvl="1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95102" y="792550"/>
            <a:ext cx="1183500" cy="1183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gue slide">
  <p:cSld name="Segue slid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10785109" y="0"/>
            <a:ext cx="690000" cy="6858000"/>
          </a:xfrm>
          <a:prstGeom prst="rect">
            <a:avLst/>
          </a:prstGeom>
          <a:solidFill>
            <a:srgbClr val="E45785">
              <a:alpha val="568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" y="0"/>
            <a:ext cx="11121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0785109" y="0"/>
            <a:ext cx="1049700" cy="6858000"/>
          </a:xfrm>
          <a:prstGeom prst="rect">
            <a:avLst/>
          </a:prstGeom>
          <a:solidFill>
            <a:srgbClr val="E45785">
              <a:alpha val="45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1020059" y="2469"/>
            <a:ext cx="1178100" cy="6858000"/>
          </a:xfrm>
          <a:prstGeom prst="rect">
            <a:avLst/>
          </a:prstGeom>
          <a:solidFill>
            <a:srgbClr val="E45785">
              <a:alpha val="349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164" name="Google Shape;164;p16"/>
          <p:cNvCxnSpPr/>
          <p:nvPr/>
        </p:nvCxnSpPr>
        <p:spPr>
          <a:xfrm>
            <a:off x="1" y="6541707"/>
            <a:ext cx="11116800" cy="0"/>
          </a:xfrm>
          <a:prstGeom prst="straightConnector1">
            <a:avLst/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6"/>
          <p:cNvSpPr txBox="1"/>
          <p:nvPr/>
        </p:nvSpPr>
        <p:spPr>
          <a:xfrm>
            <a:off x="349681" y="6556248"/>
            <a:ext cx="3681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rPr lang="iw-I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©2020 Check Point Software Technologies Ltd.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>
            <a:spLocks noGrp="1"/>
          </p:cNvSpPr>
          <p:nvPr>
            <p:ph type="body" idx="1"/>
          </p:nvPr>
        </p:nvSpPr>
        <p:spPr>
          <a:xfrm>
            <a:off x="637345" y="2171235"/>
            <a:ext cx="9684900" cy="30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50"/>
              <a:buNone/>
              <a:defRPr sz="7000" b="0" cap="none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body" idx="2"/>
          </p:nvPr>
        </p:nvSpPr>
        <p:spPr>
          <a:xfrm>
            <a:off x="614479" y="1306287"/>
            <a:ext cx="96849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50"/>
              <a:buNone/>
              <a:defRPr sz="7000" b="1">
                <a:solidFill>
                  <a:srgbClr val="C62556"/>
                </a:solidFill>
              </a:defRPr>
            </a:lvl1pPr>
            <a:lvl2pPr marL="914400" lvl="1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>
            <a:spLocks noGrp="1"/>
          </p:cNvSpPr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Filesystem in Linux</a:t>
            </a:r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1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it’s abstractions all the way down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3">
            <a:alphaModFix/>
          </a:blip>
          <a:srcRect r="4853"/>
          <a:stretch/>
        </p:blipFill>
        <p:spPr>
          <a:xfrm>
            <a:off x="9520000" y="136100"/>
            <a:ext cx="2454950" cy="16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We will talk about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What are Kernel Modules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We will talk about each layer, bottom up: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 block-device layer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 volume manager layer [in a word]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 file-system layer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 VFS layer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EXT* file-system basics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inodes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Hardlinks, symlinks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The linux kernel can be extended in run time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To do that, one can write a piece of code, compile it and insert it to the kernel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These are called </a:t>
            </a:r>
            <a:r>
              <a:rPr lang="iw-IL" b="1"/>
              <a:t>Kernel Modules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A kernel module is written in C code and is compiled to object files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The kernel contains a runtime </a:t>
            </a:r>
            <a:r>
              <a:rPr lang="iw-IL" b="1"/>
              <a:t>linker</a:t>
            </a:r>
            <a:r>
              <a:rPr lang="iw-IL"/>
              <a:t> that links the kernel module to the running kernel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Hence, once inserted, the kernel module can call every function inside the kernel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A kernel module has a “main” function that is called once inserted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In it, it can call various kernel functions</a:t>
            </a:r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Kernel Modules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Can someone remind us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600"/>
              <a:t>What is the key concept of abstraction?</a:t>
            </a:r>
            <a:endParaRPr sz="26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600"/>
              <a:t>Let’s try to think ourselves - You are implementing a kernel and you want to support several different hard drives hardwares. How would you do that?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A kernel module can </a:t>
            </a:r>
            <a:r>
              <a:rPr lang="iw-IL" b="1"/>
              <a:t>register</a:t>
            </a:r>
            <a:r>
              <a:rPr lang="iw-IL"/>
              <a:t> to certain </a:t>
            </a:r>
            <a:r>
              <a:rPr lang="iw-IL" b="1"/>
              <a:t>interfaces</a:t>
            </a:r>
            <a:r>
              <a:rPr lang="iw-IL"/>
              <a:t> in the kernel, i.e.</a:t>
            </a:r>
            <a:endParaRPr b="1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 kernel defines various interfaces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A kernel module can implement an interface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During module init, it can notify the kernel about it (register)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For example, it can be registered as a </a:t>
            </a:r>
            <a:r>
              <a:rPr lang="iw-IL" b="1"/>
              <a:t>mouse device driver</a:t>
            </a:r>
            <a:endParaRPr b="1"/>
          </a:p>
          <a:p>
            <a:pPr marL="914400" lvl="1" indent="-368300" algn="l" rtl="0">
              <a:spcBef>
                <a:spcPts val="0"/>
              </a:spcBef>
              <a:spcAft>
                <a:spcPts val="1000"/>
              </a:spcAft>
              <a:buSzPts val="2200"/>
              <a:buChar char="○"/>
            </a:pPr>
            <a:r>
              <a:rPr lang="iw-IL"/>
              <a:t>Then, the kernel will use it to set the mouse pointer location </a:t>
            </a:r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Device Drivers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The Storage Drive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On the lowest level, we have a storage drive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Just a bunch of bits (JBOB)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Every byte has an address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There are two common types of storage devices used: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Solid state drives, usually with flash storage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Hard-disks with magnetic disks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For disks, usual transfer rate of sequential read/write is 50MB/s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Solid state drives are usually 10x faster than hard-disks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Can you think why?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To cope with the latency, many caches are indtrocued</a:t>
            </a:r>
            <a:endParaRPr/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3000" y="13400"/>
            <a:ext cx="4068999" cy="231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The Storage Drive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On Linux, any storage device is represented as </a:t>
            </a:r>
            <a:r>
              <a:rPr lang="iw-IL" b="1"/>
              <a:t>block device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Not all block devices have an actual hardware!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Block devices drivers export certain functionality inside the kernel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A block device has a </a:t>
            </a:r>
            <a:r>
              <a:rPr lang="iw-IL" b="1"/>
              <a:t>queue</a:t>
            </a:r>
            <a:r>
              <a:rPr lang="iw-IL"/>
              <a:t> of </a:t>
            </a:r>
            <a:r>
              <a:rPr lang="iw-IL" b="1"/>
              <a:t>Block IO (BIO)</a:t>
            </a:r>
            <a:r>
              <a:rPr lang="iw-IL"/>
              <a:t> requests 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Block device can be seen as an abstraction of a storage drive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iw-IL"/>
              <a:t>And like many other things in Linux, a block device has a file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The Storage Drive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The block device file allows referring to the specific block device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For example, in the </a:t>
            </a:r>
            <a:r>
              <a:rPr lang="iw-IL" b="1"/>
              <a:t>mount</a:t>
            </a:r>
            <a:r>
              <a:rPr lang="iw-IL"/>
              <a:t> syscall (see soon)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Things you can do with the block device file:</a:t>
            </a:r>
            <a:endParaRPr/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 b="1"/>
              <a:t>$</a:t>
            </a:r>
            <a:r>
              <a:rPr lang="iw-IL"/>
              <a:t> hexdump /dev/sda1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 b="1"/>
              <a:t>$ </a:t>
            </a:r>
            <a:r>
              <a:rPr lang="iw-IL"/>
              <a:t>cat /dev/cdrom &gt; ~/install_disk.iso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 b="1"/>
              <a:t>$ </a:t>
            </a:r>
            <a:r>
              <a:rPr lang="iw-IL"/>
              <a:t>cat ~/some.iso &gt; /dev/sdb1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 b="1"/>
              <a:t>$</a:t>
            </a:r>
            <a:r>
              <a:rPr lang="iw-IL"/>
              <a:t> cat /dev/sda &gt; /dev/sdb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Keep in mind: the block device driver has a more complicated interface then </a:t>
            </a:r>
            <a:r>
              <a:rPr lang="iw-IL" b="1"/>
              <a:t>read</a:t>
            </a:r>
            <a:r>
              <a:rPr lang="iw-IL"/>
              <a:t>/</a:t>
            </a:r>
            <a:r>
              <a:rPr lang="iw-IL" b="1"/>
              <a:t>write</a:t>
            </a:r>
            <a:endParaRPr b="1"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The block device entry file is nothing more than a syntactic sugar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/>
          <p:nvPr/>
        </p:nvSpPr>
        <p:spPr>
          <a:xfrm>
            <a:off x="1052500" y="1815400"/>
            <a:ext cx="9659100" cy="3917400"/>
          </a:xfrm>
          <a:prstGeom prst="roundRect">
            <a:avLst>
              <a:gd name="adj" fmla="val 5206"/>
            </a:avLst>
          </a:prstGeom>
          <a:solidFill>
            <a:schemeClr val="accent2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Block Device Driver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6395" y="5864325"/>
            <a:ext cx="1166163" cy="923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/>
          <p:nvPr/>
        </p:nvSpPr>
        <p:spPr>
          <a:xfrm>
            <a:off x="6823319" y="2602100"/>
            <a:ext cx="3187500" cy="472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blk_mq_ops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 *curr;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1156657" y="1408644"/>
            <a:ext cx="312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1">
                <a:latin typeface="Consolas"/>
                <a:ea typeface="Consolas"/>
                <a:cs typeface="Consolas"/>
                <a:sym typeface="Consolas"/>
              </a:rPr>
              <a:t>Kernel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1149175" y="2297300"/>
            <a:ext cx="5194500" cy="3303600"/>
          </a:xfrm>
          <a:prstGeom prst="roundRect">
            <a:avLst>
              <a:gd name="adj" fmla="val 11685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1277950" y="2399250"/>
            <a:ext cx="55917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/**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 * struct blk_mq_ops - Callback functions that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 * implements block driver behaviour.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 */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blk_mq_ops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blk_status_t (*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queue_rq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)([...]);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int (*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init_request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)(struct request *, [...]);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void (*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complete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)(struct request *);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1217850" y="1940993"/>
            <a:ext cx="61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file: blk-mq.h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/>
          <p:nvPr/>
        </p:nvSpPr>
        <p:spPr>
          <a:xfrm>
            <a:off x="1052500" y="1815400"/>
            <a:ext cx="9659100" cy="3917400"/>
          </a:xfrm>
          <a:prstGeom prst="roundRect">
            <a:avLst>
              <a:gd name="adj" fmla="val 5206"/>
            </a:avLst>
          </a:prstGeom>
          <a:solidFill>
            <a:schemeClr val="accent2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Block Device Driver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1224225" y="2262975"/>
            <a:ext cx="4164300" cy="3055500"/>
          </a:xfrm>
          <a:prstGeom prst="snip2DiagRect">
            <a:avLst>
              <a:gd name="adj1" fmla="val 0"/>
              <a:gd name="adj2" fmla="val 10533"/>
            </a:avLst>
          </a:prstGeom>
          <a:solidFill>
            <a:schemeClr val="accent3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void my_init_request()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blk_mq_ops my_blkdev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	.init_request = my_init_request;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void module_init()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	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register_blkdev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(&amp;my_blkdev);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6395" y="5864325"/>
            <a:ext cx="1166163" cy="9237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/>
          <p:nvPr/>
        </p:nvSpPr>
        <p:spPr>
          <a:xfrm>
            <a:off x="4787325" y="3199900"/>
            <a:ext cx="3895811" cy="1601450"/>
          </a:xfrm>
          <a:custGeom>
            <a:avLst/>
            <a:gdLst/>
            <a:ahLst/>
            <a:cxnLst/>
            <a:rect l="l" t="t" r="r" b="b"/>
            <a:pathLst>
              <a:path w="157981" h="64058" extrusionOk="0">
                <a:moveTo>
                  <a:pt x="0" y="62247"/>
                </a:moveTo>
                <a:cubicBezTo>
                  <a:pt x="9516" y="62247"/>
                  <a:pt x="36348" y="66111"/>
                  <a:pt x="57097" y="62247"/>
                </a:cubicBezTo>
                <a:cubicBezTo>
                  <a:pt x="77846" y="58384"/>
                  <a:pt x="107682" y="49441"/>
                  <a:pt x="124496" y="39066"/>
                </a:cubicBezTo>
                <a:cubicBezTo>
                  <a:pt x="141310" y="28692"/>
                  <a:pt x="152400" y="6511"/>
                  <a:pt x="157981" y="0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1" name="Google Shape;241;p26"/>
          <p:cNvSpPr/>
          <p:nvPr/>
        </p:nvSpPr>
        <p:spPr>
          <a:xfrm>
            <a:off x="1374525" y="4187275"/>
            <a:ext cx="3412800" cy="987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6823319" y="2602100"/>
            <a:ext cx="3187500" cy="472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blk_mq_ops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 *curr;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1232857" y="1865844"/>
            <a:ext cx="312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1">
                <a:latin typeface="Consolas"/>
                <a:ea typeface="Consolas"/>
                <a:cs typeface="Consolas"/>
                <a:sym typeface="Consolas"/>
              </a:rPr>
              <a:t>my_blkdev module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1156657" y="1408644"/>
            <a:ext cx="312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1">
                <a:latin typeface="Consolas"/>
                <a:ea typeface="Consolas"/>
                <a:cs typeface="Consolas"/>
                <a:sym typeface="Consolas"/>
              </a:rPr>
              <a:t>Kernel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/>
          <p:nvPr/>
        </p:nvSpPr>
        <p:spPr>
          <a:xfrm>
            <a:off x="1052500" y="1815400"/>
            <a:ext cx="9659100" cy="3917400"/>
          </a:xfrm>
          <a:prstGeom prst="roundRect">
            <a:avLst>
              <a:gd name="adj" fmla="val 5206"/>
            </a:avLst>
          </a:prstGeom>
          <a:solidFill>
            <a:schemeClr val="accent2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Block Device Driver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1224225" y="2262975"/>
            <a:ext cx="4185600" cy="3055500"/>
          </a:xfrm>
          <a:prstGeom prst="snip2DiagRect">
            <a:avLst>
              <a:gd name="adj1" fmla="val 0"/>
              <a:gd name="adj2" fmla="val 10533"/>
            </a:avLst>
          </a:prstGeom>
          <a:solidFill>
            <a:schemeClr val="accent3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void my_init_request()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blk_mq_ops my_blkdev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	.init_request = my_init_request;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void module_init()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	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register_blkdev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(&amp;my_blkdev);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8103675" y="1172550"/>
            <a:ext cx="579600" cy="600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7088400" y="589775"/>
            <a:ext cx="262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300" b="1">
                <a:latin typeface="Consolas"/>
                <a:ea typeface="Consolas"/>
                <a:cs typeface="Consolas"/>
                <a:sym typeface="Consolas"/>
              </a:rPr>
              <a:t>open/read/write</a:t>
            </a:r>
            <a:endParaRPr sz="2300"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4" name="Google Shape;2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6395" y="5864325"/>
            <a:ext cx="1166163" cy="923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/>
          <p:nvPr/>
        </p:nvSpPr>
        <p:spPr>
          <a:xfrm>
            <a:off x="6823319" y="2602100"/>
            <a:ext cx="3187500" cy="472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iw-IL" b="1">
                <a:latin typeface="Consolas"/>
                <a:ea typeface="Consolas"/>
                <a:cs typeface="Consolas"/>
                <a:sym typeface="Consolas"/>
              </a:rPr>
              <a:t>blk_mq_ops</a:t>
            </a:r>
            <a:r>
              <a:rPr lang="iw-IL">
                <a:latin typeface="Consolas"/>
                <a:ea typeface="Consolas"/>
                <a:cs typeface="Consolas"/>
                <a:sym typeface="Consolas"/>
              </a:rPr>
              <a:t> *curr;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6" name="Google Shape;256;p27"/>
          <p:cNvCxnSpPr>
            <a:stCxn id="252" idx="2"/>
          </p:cNvCxnSpPr>
          <p:nvPr/>
        </p:nvCxnSpPr>
        <p:spPr>
          <a:xfrm>
            <a:off x="8393475" y="1773450"/>
            <a:ext cx="5400" cy="8286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7" name="Google Shape;257;p27"/>
          <p:cNvSpPr/>
          <p:nvPr/>
        </p:nvSpPr>
        <p:spPr>
          <a:xfrm>
            <a:off x="2659736" y="2154819"/>
            <a:ext cx="4134675" cy="637225"/>
          </a:xfrm>
          <a:custGeom>
            <a:avLst/>
            <a:gdLst/>
            <a:ahLst/>
            <a:cxnLst/>
            <a:rect l="l" t="t" r="r" b="b"/>
            <a:pathLst>
              <a:path w="165387" h="25489" extrusionOk="0">
                <a:moveTo>
                  <a:pt x="165387" y="25489"/>
                </a:moveTo>
                <a:cubicBezTo>
                  <a:pt x="159448" y="24201"/>
                  <a:pt x="142205" y="21125"/>
                  <a:pt x="129755" y="17762"/>
                </a:cubicBezTo>
                <a:cubicBezTo>
                  <a:pt x="117305" y="14399"/>
                  <a:pt x="104570" y="8174"/>
                  <a:pt x="90689" y="5312"/>
                </a:cubicBezTo>
                <a:cubicBezTo>
                  <a:pt x="76809" y="2450"/>
                  <a:pt x="60710" y="1162"/>
                  <a:pt x="46472" y="590"/>
                </a:cubicBezTo>
                <a:cubicBezTo>
                  <a:pt x="32234" y="18"/>
                  <a:pt x="12986" y="-626"/>
                  <a:pt x="5259" y="1878"/>
                </a:cubicBezTo>
                <a:cubicBezTo>
                  <a:pt x="-2468" y="4382"/>
                  <a:pt x="967" y="13326"/>
                  <a:pt x="108" y="15616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8" name="Google Shape;258;p27"/>
          <p:cNvSpPr txBox="1"/>
          <p:nvPr/>
        </p:nvSpPr>
        <p:spPr>
          <a:xfrm>
            <a:off x="1232857" y="1865844"/>
            <a:ext cx="312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1">
                <a:latin typeface="Consolas"/>
                <a:ea typeface="Consolas"/>
                <a:cs typeface="Consolas"/>
                <a:sym typeface="Consolas"/>
              </a:rPr>
              <a:t>my_blkdev module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1156657" y="1408644"/>
            <a:ext cx="312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1">
                <a:latin typeface="Consolas"/>
                <a:ea typeface="Consolas"/>
                <a:cs typeface="Consolas"/>
                <a:sym typeface="Consolas"/>
              </a:rPr>
              <a:t>Kernel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2705350" y="2835000"/>
            <a:ext cx="5693650" cy="2887000"/>
          </a:xfrm>
          <a:custGeom>
            <a:avLst/>
            <a:gdLst/>
            <a:ahLst/>
            <a:cxnLst/>
            <a:rect l="l" t="t" r="r" b="b"/>
            <a:pathLst>
              <a:path w="237830" h="115480" extrusionOk="0">
                <a:moveTo>
                  <a:pt x="0" y="0"/>
                </a:moveTo>
                <a:cubicBezTo>
                  <a:pt x="501" y="1860"/>
                  <a:pt x="-859" y="8943"/>
                  <a:pt x="3005" y="11161"/>
                </a:cubicBezTo>
                <a:cubicBezTo>
                  <a:pt x="6869" y="13379"/>
                  <a:pt x="1145" y="11376"/>
                  <a:pt x="23182" y="13308"/>
                </a:cubicBezTo>
                <a:cubicBezTo>
                  <a:pt x="45219" y="15240"/>
                  <a:pt x="101528" y="11805"/>
                  <a:pt x="135228" y="22752"/>
                </a:cubicBezTo>
                <a:cubicBezTo>
                  <a:pt x="168928" y="33699"/>
                  <a:pt x="208280" y="63535"/>
                  <a:pt x="225380" y="78990"/>
                </a:cubicBezTo>
                <a:cubicBezTo>
                  <a:pt x="242480" y="94445"/>
                  <a:pt x="235755" y="109398"/>
                  <a:pt x="237830" y="115480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The Storage Drive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A storage device can be splitted to several partitions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At the beginning of a storage device there is a partition table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This table format is known to the block device driver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For every partition a new block device instance is added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 b="1"/>
              <a:t>/dev/sda</a:t>
            </a:r>
            <a:r>
              <a:rPr lang="iw-IL"/>
              <a:t>, </a:t>
            </a:r>
            <a:r>
              <a:rPr lang="iw-IL" b="1"/>
              <a:t>/dev/sda1</a:t>
            </a:r>
            <a:r>
              <a:rPr lang="iw-IL"/>
              <a:t>, </a:t>
            </a:r>
            <a:r>
              <a:rPr lang="iw-IL" b="1"/>
              <a:t>/dev/sda2</a:t>
            </a:r>
            <a:r>
              <a:rPr lang="iw-IL"/>
              <a:t>...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You can manipulate a storage device with the </a:t>
            </a:r>
            <a:r>
              <a:rPr lang="iw-IL" b="1"/>
              <a:t>fdisk</a:t>
            </a:r>
            <a:r>
              <a:rPr lang="iw-IL"/>
              <a:t> command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mostly used for adding/removing partitions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Logical Volume Manager (LVM)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9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The </a:t>
            </a:r>
            <a:r>
              <a:rPr lang="iw-IL" b="1"/>
              <a:t>L</a:t>
            </a:r>
            <a:r>
              <a:rPr lang="iw-IL"/>
              <a:t>ogical </a:t>
            </a:r>
            <a:r>
              <a:rPr lang="iw-IL" b="1"/>
              <a:t>V</a:t>
            </a:r>
            <a:r>
              <a:rPr lang="iw-IL"/>
              <a:t>olume </a:t>
            </a:r>
            <a:r>
              <a:rPr lang="iw-IL" b="1"/>
              <a:t>M</a:t>
            </a:r>
            <a:r>
              <a:rPr lang="iw-IL"/>
              <a:t>anager provides basic abstraction of HDs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It is not a necessary layer, but is used by default in most distros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Its features: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Combining several storage drives into one logical volume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Splitting one HD into several logical volume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Providing RAID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It creates a block device for each logical volume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Logical Volume Manager (LVM)</a:t>
            </a:r>
            <a:endParaRPr/>
          </a:p>
        </p:txBody>
      </p:sp>
      <p:sp>
        <p:nvSpPr>
          <p:cNvPr id="278" name="Google Shape;278;p30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We use the </a:t>
            </a:r>
            <a:r>
              <a:rPr lang="iw-IL" b="1"/>
              <a:t>pv* </a:t>
            </a:r>
            <a:r>
              <a:rPr lang="iw-IL"/>
              <a:t>commands to manipulate physical volumes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We use the </a:t>
            </a:r>
            <a:r>
              <a:rPr lang="iw-IL" b="1"/>
              <a:t>vg* </a:t>
            </a:r>
            <a:r>
              <a:rPr lang="iw-IL"/>
              <a:t>commands to create volume groups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We use </a:t>
            </a:r>
            <a:r>
              <a:rPr lang="iw-IL" b="1"/>
              <a:t>vgcreate</a:t>
            </a:r>
            <a:r>
              <a:rPr lang="iw-IL"/>
              <a:t> to create new volume group with several physical volumes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We use </a:t>
            </a:r>
            <a:r>
              <a:rPr lang="iw-IL" b="1"/>
              <a:t>vgextend</a:t>
            </a:r>
            <a:r>
              <a:rPr lang="iw-IL"/>
              <a:t> to enlarge a volume group with new physical volume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we use </a:t>
            </a:r>
            <a:r>
              <a:rPr lang="iw-IL" b="1"/>
              <a:t>lv*</a:t>
            </a:r>
            <a:r>
              <a:rPr lang="iw-IL"/>
              <a:t> commands to control logical volumes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We use </a:t>
            </a:r>
            <a:r>
              <a:rPr lang="iw-IL" b="1"/>
              <a:t>lvcreate</a:t>
            </a:r>
            <a:r>
              <a:rPr lang="iw-IL"/>
              <a:t> to create new logical volume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we use </a:t>
            </a:r>
            <a:r>
              <a:rPr lang="iw-IL" b="1"/>
              <a:t>lvresize</a:t>
            </a:r>
            <a:r>
              <a:rPr lang="iw-IL"/>
              <a:t> to resize existing logical volume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We use </a:t>
            </a:r>
            <a:r>
              <a:rPr lang="iw-IL" b="1"/>
              <a:t>pvs</a:t>
            </a:r>
            <a:r>
              <a:rPr lang="iw-IL"/>
              <a:t>, </a:t>
            </a:r>
            <a:r>
              <a:rPr lang="iw-IL" b="1"/>
              <a:t>vgs</a:t>
            </a:r>
            <a:r>
              <a:rPr lang="iw-IL"/>
              <a:t>, </a:t>
            </a:r>
            <a:r>
              <a:rPr lang="iw-IL" b="1"/>
              <a:t>lvs</a:t>
            </a:r>
            <a:r>
              <a:rPr lang="iw-IL"/>
              <a:t> commands to get the status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We use </a:t>
            </a:r>
            <a:r>
              <a:rPr lang="iw-IL" b="1"/>
              <a:t>pvmove</a:t>
            </a:r>
            <a:r>
              <a:rPr lang="iw-IL"/>
              <a:t> command to move data out of a physical volume</a:t>
            </a:r>
            <a:endParaRPr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Together with vgreduce, one can safely remove a physical device from a volume group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Why FS?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The next layer is filesystem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So, why would we need it?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It lets us organize the bits in files and directories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Without it, we would be accessing blocks by their address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Common filesystems are: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On Windows: NTFS, FAT32 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On Linux: EXT*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On Solaris: ZFS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Network filesystems: NFS, SMBFS, AFS,...</a:t>
            </a:r>
            <a:endParaRPr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iw-IL"/>
              <a:t>To create filesystem on a block device, use the </a:t>
            </a:r>
            <a:r>
              <a:rPr lang="iw-IL" b="1"/>
              <a:t>mkfs</a:t>
            </a:r>
            <a:r>
              <a:rPr lang="iw-IL"/>
              <a:t> command</a:t>
            </a:r>
            <a:endParaRPr/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iw-IL"/>
              <a:t>It works on regular files too!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>
            <a:spLocks noGrp="1"/>
          </p:cNvSpPr>
          <p:nvPr>
            <p:ph type="title"/>
          </p:nvPr>
        </p:nvSpPr>
        <p:spPr>
          <a:xfrm>
            <a:off x="583994" y="460552"/>
            <a:ext cx="9859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lang="iw-IL"/>
              <a:t>Why FS?</a:t>
            </a:r>
            <a:endParaRPr sz="5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2"/>
          <p:cNvSpPr txBox="1">
            <a:spLocks noGrp="1"/>
          </p:cNvSpPr>
          <p:nvPr>
            <p:ph type="body" idx="1"/>
          </p:nvPr>
        </p:nvSpPr>
        <p:spPr>
          <a:xfrm>
            <a:off x="583226" y="1457960"/>
            <a:ext cx="11003700" cy="4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iw-IL" sz="2600"/>
              <a:t>Over which criteria a filesystem is measured?</a:t>
            </a: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Microsoft Office PowerPoint</Application>
  <PresentationFormat>מסך רחב</PresentationFormat>
  <Paragraphs>159</Paragraphs>
  <Slides>16</Slides>
  <Notes>16</Notes>
  <HiddenSlides>2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4" baseType="lpstr">
      <vt:lpstr>Merriweather</vt:lpstr>
      <vt:lpstr>Calibri</vt:lpstr>
      <vt:lpstr>Roboto</vt:lpstr>
      <vt:lpstr>Helvetica Neue</vt:lpstr>
      <vt:lpstr>Noto Sans Symbols</vt:lpstr>
      <vt:lpstr>Arial</vt:lpstr>
      <vt:lpstr>Consolas</vt:lpstr>
      <vt:lpstr>Paradigm</vt:lpstr>
      <vt:lpstr>Filesystem in Linux</vt:lpstr>
      <vt:lpstr>We will talk about</vt:lpstr>
      <vt:lpstr>Kernel Modules </vt:lpstr>
      <vt:lpstr>Can someone remind us</vt:lpstr>
      <vt:lpstr>Device Drivers</vt:lpstr>
      <vt:lpstr>The Storage Drive</vt:lpstr>
      <vt:lpstr>The Storage Drive</vt:lpstr>
      <vt:lpstr>The Storage Drive</vt:lpstr>
      <vt:lpstr>Block Device Driver</vt:lpstr>
      <vt:lpstr>Block Device Driver</vt:lpstr>
      <vt:lpstr>Block Device Driver</vt:lpstr>
      <vt:lpstr>The Storage Drive</vt:lpstr>
      <vt:lpstr>Logical Volume Manager (LVM)</vt:lpstr>
      <vt:lpstr>Logical Volume Manager (LVM)</vt:lpstr>
      <vt:lpstr>Why FS?</vt:lpstr>
      <vt:lpstr>Why FS?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Filesystem in Linux</dc:title>
  <cp:lastModifiedBy>PC</cp:lastModifiedBy>
  <cp:revision>1</cp:revision>
  <dcterms:modified xsi:type="dcterms:W3CDTF">2026-06-16T14:58:04Z</dcterms:modified>
</cp:coreProperties>
</file>