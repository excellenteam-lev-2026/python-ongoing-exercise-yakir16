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Consolas" panose="020B0609020204030204" pitchFamily="49" charset="0"/>
      <p:regular r:id="rId23"/>
      <p:bold r:id="rId24"/>
      <p:italic r:id="rId25"/>
      <p:boldItalic r:id="rId26"/>
    </p:embeddedFont>
    <p:embeddedFont>
      <p:font typeface="Helvetica Neue" panose="020B0604020202020204" charset="0"/>
      <p:regular r:id="rId27"/>
      <p:bold r:id="rId28"/>
      <p:italic r:id="rId29"/>
      <p:boldItalic r:id="rId30"/>
    </p:embeddedFont>
    <p:embeddedFont>
      <p:font typeface="Merriweather" panose="00000500000000000000" pitchFamily="2" charset="0"/>
      <p:regular r:id="rId31"/>
      <p:bold r:id="rId32"/>
      <p:italic r:id="rId33"/>
      <p:boldItalic r:id="rId34"/>
    </p:embeddedFont>
    <p:embeddedFont>
      <p:font typeface="Roboto" panose="02000000000000000000" pitchFamily="2" charset="0"/>
      <p:regular r:id="rId35"/>
      <p:bold r:id="rId36"/>
      <p:italic r:id="rId37"/>
      <p:boldItalic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64B614A-1C42-4D6C-BF64-0A1398A6F87B}">
  <a:tblStyle styleId="{564B614A-1C42-4D6C-BF64-0A1398A6F87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presProps" Target="presProps.xml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font" Target="fonts/font19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font" Target="fonts/font18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font" Target="fonts/font1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1588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388620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1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24baea55206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24baea55206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1e5e898af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31e5e898af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4baea55206_0_3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24baea55206_0_3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g24baea55206_0_353:notes"/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w-IL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b988e1c514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/>
              <a:t>key word: abstraction. We have abstract interfaces and specific implementations. </a:t>
            </a:r>
            <a:endParaRPr/>
          </a:p>
        </p:txBody>
      </p:sp>
      <p:sp>
        <p:nvSpPr>
          <p:cNvPr id="190" name="Google Shape;190;gb988e1c514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24baea55206_0_3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24baea55206_0_3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g24baea55206_0_359:notes"/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/>
              <a:t>Why? no moving parts. the fact that we get to 50MB/s is some kind of a wander as far as am I concerned: the fact that the needle actually makes the travel of several centimeters and finds the right place with resolution of micro-meters in a split second does amaze me, but still, flash is much faster.</a:t>
            </a:r>
            <a:endParaRPr/>
          </a:p>
        </p:txBody>
      </p:sp>
      <p:sp>
        <p:nvSpPr>
          <p:cNvPr id="203" name="Google Shape;20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1e5e898a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/>
              <a:t>You can have a block device that uses the RAM as its storage, or an existing file in another FS (the loop device).</a:t>
            </a:r>
            <a:endParaRPr/>
          </a:p>
        </p:txBody>
      </p:sp>
      <p:sp>
        <p:nvSpPr>
          <p:cNvPr id="210" name="Google Shape;210;g31e5e898a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b988e1c514_0_2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/>
              <a:t>You can have a block device that uses the RAM as its storage, or an existing file in another FS (the loop device).</a:t>
            </a:r>
            <a:endParaRPr/>
          </a:p>
        </p:txBody>
      </p:sp>
      <p:sp>
        <p:nvSpPr>
          <p:cNvPr id="216" name="Google Shape;216;gb988e1c514_0_2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24baea55206_0_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g24baea55206_0_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4baea55206_0_3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4baea55206_0_3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24baea55206_0_3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g24baea55206_0_3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1e5e898af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g31e5e898af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1e5e898af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g31e5e898af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1e5e898af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g31e5e898af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1e5e898a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g31e5e898a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b988e1c514_0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gb988e1c514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/>
          <p:nvPr/>
        </p:nvSpPr>
        <p:spPr>
          <a:xfrm>
            <a:off x="-167" y="0"/>
            <a:ext cx="12192029" cy="5863987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5" name="Google Shape;15;p2"/>
          <p:cNvSpPr txBox="1">
            <a:spLocks noGrp="1"/>
          </p:cNvSpPr>
          <p:nvPr>
            <p:ph type="ctrTitle"/>
          </p:nvPr>
        </p:nvSpPr>
        <p:spPr>
          <a:xfrm>
            <a:off x="415600" y="719633"/>
            <a:ext cx="11360700" cy="1710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ubTitle" idx="1"/>
          </p:nvPr>
        </p:nvSpPr>
        <p:spPr>
          <a:xfrm>
            <a:off x="415600" y="2504747"/>
            <a:ext cx="5656800" cy="98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None/>
              <a:defRPr sz="21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None/>
              <a:defRPr sz="21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None/>
              <a:defRPr sz="21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None/>
              <a:defRPr sz="21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None/>
              <a:defRPr sz="21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None/>
              <a:defRPr sz="21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None/>
              <a:defRPr sz="21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None/>
              <a:defRPr sz="21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None/>
              <a:defRPr sz="21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/>
          <p:nvPr/>
        </p:nvSpPr>
        <p:spPr>
          <a:xfrm>
            <a:off x="0" y="64132"/>
            <a:ext cx="12192029" cy="5863987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20" name="Google Shape;20;p3"/>
          <p:cNvSpPr/>
          <p:nvPr/>
        </p:nvSpPr>
        <p:spPr>
          <a:xfrm>
            <a:off x="0" y="0"/>
            <a:ext cx="12192029" cy="5863987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415600" y="719633"/>
            <a:ext cx="11360700" cy="1710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57519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4"/>
          <p:cNvSpPr/>
          <p:nvPr/>
        </p:nvSpPr>
        <p:spPr>
          <a:xfrm>
            <a:off x="0" y="58833"/>
            <a:ext cx="5751356" cy="5865687"/>
          </a:xfrm>
          <a:custGeom>
            <a:avLst/>
            <a:gdLst/>
            <a:ahLst/>
            <a:cxnLst/>
            <a:rect l="l" t="t" r="r" b="b"/>
            <a:pathLst>
              <a:path w="172545" h="175975" extrusionOk="0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6" name="Google Shape;26;p4"/>
          <p:cNvSpPr/>
          <p:nvPr/>
        </p:nvSpPr>
        <p:spPr>
          <a:xfrm>
            <a:off x="-167" y="0"/>
            <a:ext cx="5755723" cy="5860653"/>
          </a:xfrm>
          <a:custGeom>
            <a:avLst/>
            <a:gdLst/>
            <a:ahLst/>
            <a:cxnLst/>
            <a:rect l="l" t="t" r="r" b="b"/>
            <a:pathLst>
              <a:path w="172676" h="175824" extrusionOk="0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7" name="Google Shape;27;p4"/>
          <p:cNvSpPr txBox="1">
            <a:spLocks noGrp="1"/>
          </p:cNvSpPr>
          <p:nvPr>
            <p:ph type="title"/>
          </p:nvPr>
        </p:nvSpPr>
        <p:spPr>
          <a:xfrm>
            <a:off x="415633" y="667900"/>
            <a:ext cx="4941900" cy="3345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body" idx="1"/>
          </p:nvPr>
        </p:nvSpPr>
        <p:spPr>
          <a:xfrm>
            <a:off x="6192900" y="667900"/>
            <a:ext cx="5555100" cy="5464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/>
          <p:nvPr/>
        </p:nvSpPr>
        <p:spPr>
          <a:xfrm>
            <a:off x="0" y="0"/>
            <a:ext cx="12192000" cy="170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415633" y="667900"/>
            <a:ext cx="11360700" cy="831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415600" y="2007600"/>
            <a:ext cx="5333100" cy="4101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6443200" y="2007600"/>
            <a:ext cx="5333100" cy="4101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/>
          <p:nvPr/>
        </p:nvSpPr>
        <p:spPr>
          <a:xfrm>
            <a:off x="0" y="0"/>
            <a:ext cx="12192000" cy="170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title"/>
          </p:nvPr>
        </p:nvSpPr>
        <p:spPr>
          <a:xfrm>
            <a:off x="415633" y="667900"/>
            <a:ext cx="11360700" cy="831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/>
          <p:nvPr/>
        </p:nvSpPr>
        <p:spPr>
          <a:xfrm>
            <a:off x="0" y="0"/>
            <a:ext cx="50193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15633" y="667900"/>
            <a:ext cx="4170000" cy="2438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1"/>
          </p:nvPr>
        </p:nvSpPr>
        <p:spPr>
          <a:xfrm>
            <a:off x="415600" y="3187533"/>
            <a:ext cx="4170000" cy="3063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415067" y="667900"/>
            <a:ext cx="4939200" cy="2732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406400" y="3502300"/>
            <a:ext cx="4939200" cy="1235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  <a:defRPr sz="21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  <a:defRPr sz="21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  <a:defRPr sz="21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  <a:defRPr sz="21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  <a:defRPr sz="21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  <a:defRPr sz="21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  <a:defRPr sz="21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  <a:defRPr sz="21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  <a:defRPr sz="21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6505367" y="667900"/>
            <a:ext cx="5271900" cy="5481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5825333"/>
            <a:ext cx="12192000" cy="1032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415600" y="6028533"/>
            <a:ext cx="10639200" cy="6141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415667" y="1108233"/>
            <a:ext cx="7113300" cy="1659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300"/>
              <a:buNone/>
              <a:defRPr sz="133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300"/>
              <a:buNone/>
              <a:defRPr sz="133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300"/>
              <a:buNone/>
              <a:defRPr sz="133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300"/>
              <a:buNone/>
              <a:defRPr sz="133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300"/>
              <a:buNone/>
              <a:defRPr sz="133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300"/>
              <a:buNone/>
              <a:defRPr sz="133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300"/>
              <a:buNone/>
              <a:defRPr sz="133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300"/>
              <a:buNone/>
              <a:defRPr sz="133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300"/>
              <a:buNone/>
              <a:defRPr sz="133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415600" y="2828567"/>
            <a:ext cx="7113300" cy="125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oogle Shape;65;p13"/>
          <p:cNvGrpSpPr/>
          <p:nvPr/>
        </p:nvGrpSpPr>
        <p:grpSpPr>
          <a:xfrm>
            <a:off x="4" y="0"/>
            <a:ext cx="12192469" cy="6857921"/>
            <a:chOff x="4" y="0"/>
            <a:chExt cx="12188812" cy="6857921"/>
          </a:xfrm>
        </p:grpSpPr>
        <p:pic>
          <p:nvPicPr>
            <p:cNvPr id="66" name="Google Shape;66;p1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4" y="0"/>
              <a:ext cx="12188812" cy="685792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67" name="Google Shape;67;p13"/>
            <p:cNvGrpSpPr/>
            <p:nvPr/>
          </p:nvGrpSpPr>
          <p:grpSpPr>
            <a:xfrm>
              <a:off x="600692" y="251666"/>
              <a:ext cx="1789082" cy="1072556"/>
              <a:chOff x="464" y="323"/>
              <a:chExt cx="1201" cy="720"/>
            </a:xfrm>
          </p:grpSpPr>
          <p:sp>
            <p:nvSpPr>
              <p:cNvPr id="68" name="Google Shape;68;p13"/>
              <p:cNvSpPr/>
              <p:nvPr/>
            </p:nvSpPr>
            <p:spPr>
              <a:xfrm>
                <a:off x="465" y="323"/>
                <a:ext cx="1200" cy="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69" name="Google Shape;69;p13"/>
              <p:cNvSpPr/>
              <p:nvPr/>
            </p:nvSpPr>
            <p:spPr>
              <a:xfrm>
                <a:off x="819" y="324"/>
                <a:ext cx="300" cy="300"/>
              </a:xfrm>
              <a:prstGeom prst="rect">
                <a:avLst/>
              </a:prstGeom>
              <a:solidFill>
                <a:srgbClr val="F48DA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70" name="Google Shape;70;p13"/>
              <p:cNvSpPr/>
              <p:nvPr/>
            </p:nvSpPr>
            <p:spPr>
              <a:xfrm>
                <a:off x="904" y="344"/>
                <a:ext cx="292" cy="225"/>
              </a:xfrm>
              <a:custGeom>
                <a:avLst/>
                <a:gdLst/>
                <a:ahLst/>
                <a:cxnLst/>
                <a:rect l="l" t="t" r="r" b="b"/>
                <a:pathLst>
                  <a:path w="197" h="152" extrusionOk="0">
                    <a:moveTo>
                      <a:pt x="136" y="148"/>
                    </a:moveTo>
                    <a:cubicBezTo>
                      <a:pt x="130" y="149"/>
                      <a:pt x="118" y="150"/>
                      <a:pt x="112" y="151"/>
                    </a:cubicBezTo>
                    <a:cubicBezTo>
                      <a:pt x="107" y="151"/>
                      <a:pt x="101" y="152"/>
                      <a:pt x="95" y="152"/>
                    </a:cubicBezTo>
                    <a:cubicBezTo>
                      <a:pt x="90" y="152"/>
                      <a:pt x="84" y="152"/>
                      <a:pt x="79" y="152"/>
                    </a:cubicBezTo>
                    <a:cubicBezTo>
                      <a:pt x="73" y="152"/>
                      <a:pt x="67" y="152"/>
                      <a:pt x="62" y="151"/>
                    </a:cubicBezTo>
                    <a:cubicBezTo>
                      <a:pt x="50" y="150"/>
                      <a:pt x="48" y="148"/>
                      <a:pt x="44" y="148"/>
                    </a:cubicBezTo>
                    <a:cubicBezTo>
                      <a:pt x="38" y="147"/>
                      <a:pt x="33" y="146"/>
                      <a:pt x="28" y="145"/>
                    </a:cubicBezTo>
                    <a:cubicBezTo>
                      <a:pt x="23" y="144"/>
                      <a:pt x="19" y="143"/>
                      <a:pt x="16" y="143"/>
                    </a:cubicBezTo>
                    <a:cubicBezTo>
                      <a:pt x="16" y="142"/>
                      <a:pt x="15" y="140"/>
                      <a:pt x="14" y="140"/>
                    </a:cubicBezTo>
                    <a:cubicBezTo>
                      <a:pt x="12" y="133"/>
                      <a:pt x="12" y="134"/>
                      <a:pt x="9" y="124"/>
                    </a:cubicBezTo>
                    <a:cubicBezTo>
                      <a:pt x="7" y="119"/>
                      <a:pt x="5" y="109"/>
                      <a:pt x="4" y="102"/>
                    </a:cubicBezTo>
                    <a:cubicBezTo>
                      <a:pt x="3" y="97"/>
                      <a:pt x="2" y="95"/>
                      <a:pt x="2" y="94"/>
                    </a:cubicBezTo>
                    <a:cubicBezTo>
                      <a:pt x="0" y="89"/>
                      <a:pt x="1" y="86"/>
                      <a:pt x="1" y="80"/>
                    </a:cubicBezTo>
                    <a:cubicBezTo>
                      <a:pt x="0" y="75"/>
                      <a:pt x="0" y="61"/>
                      <a:pt x="0" y="55"/>
                    </a:cubicBezTo>
                    <a:cubicBezTo>
                      <a:pt x="1" y="46"/>
                      <a:pt x="1" y="45"/>
                      <a:pt x="3" y="40"/>
                    </a:cubicBezTo>
                    <a:cubicBezTo>
                      <a:pt x="4" y="34"/>
                      <a:pt x="7" y="29"/>
                      <a:pt x="9" y="24"/>
                    </a:cubicBezTo>
                    <a:cubicBezTo>
                      <a:pt x="11" y="20"/>
                      <a:pt x="12" y="16"/>
                      <a:pt x="15" y="12"/>
                    </a:cubicBezTo>
                    <a:cubicBezTo>
                      <a:pt x="18" y="7"/>
                      <a:pt x="19" y="5"/>
                      <a:pt x="21" y="4"/>
                    </a:cubicBezTo>
                    <a:cubicBezTo>
                      <a:pt x="21" y="3"/>
                      <a:pt x="22" y="3"/>
                      <a:pt x="23" y="3"/>
                    </a:cubicBezTo>
                    <a:cubicBezTo>
                      <a:pt x="27" y="2"/>
                      <a:pt x="31" y="1"/>
                      <a:pt x="33" y="1"/>
                    </a:cubicBezTo>
                    <a:cubicBezTo>
                      <a:pt x="33" y="1"/>
                      <a:pt x="36" y="1"/>
                      <a:pt x="36" y="1"/>
                    </a:cubicBezTo>
                    <a:cubicBezTo>
                      <a:pt x="37" y="1"/>
                      <a:pt x="43" y="1"/>
                      <a:pt x="52" y="1"/>
                    </a:cubicBezTo>
                    <a:cubicBezTo>
                      <a:pt x="57" y="1"/>
                      <a:pt x="62" y="2"/>
                      <a:pt x="68" y="2"/>
                    </a:cubicBezTo>
                    <a:cubicBezTo>
                      <a:pt x="74" y="2"/>
                      <a:pt x="79" y="2"/>
                      <a:pt x="85" y="2"/>
                    </a:cubicBezTo>
                    <a:cubicBezTo>
                      <a:pt x="91" y="2"/>
                      <a:pt x="96" y="2"/>
                      <a:pt x="102" y="2"/>
                    </a:cubicBezTo>
                    <a:cubicBezTo>
                      <a:pt x="107" y="2"/>
                      <a:pt x="112" y="3"/>
                      <a:pt x="117" y="3"/>
                    </a:cubicBezTo>
                    <a:cubicBezTo>
                      <a:pt x="123" y="3"/>
                      <a:pt x="128" y="2"/>
                      <a:pt x="133" y="2"/>
                    </a:cubicBezTo>
                    <a:cubicBezTo>
                      <a:pt x="138" y="2"/>
                      <a:pt x="143" y="2"/>
                      <a:pt x="148" y="2"/>
                    </a:cubicBezTo>
                    <a:cubicBezTo>
                      <a:pt x="154" y="2"/>
                      <a:pt x="160" y="2"/>
                      <a:pt x="162" y="1"/>
                    </a:cubicBezTo>
                    <a:cubicBezTo>
                      <a:pt x="168" y="0"/>
                      <a:pt x="172" y="0"/>
                      <a:pt x="175" y="0"/>
                    </a:cubicBezTo>
                    <a:cubicBezTo>
                      <a:pt x="176" y="0"/>
                      <a:pt x="176" y="0"/>
                      <a:pt x="177" y="1"/>
                    </a:cubicBezTo>
                    <a:cubicBezTo>
                      <a:pt x="180" y="2"/>
                      <a:pt x="184" y="5"/>
                      <a:pt x="184" y="5"/>
                    </a:cubicBezTo>
                    <a:cubicBezTo>
                      <a:pt x="184" y="7"/>
                      <a:pt x="183" y="20"/>
                      <a:pt x="184" y="28"/>
                    </a:cubicBezTo>
                    <a:cubicBezTo>
                      <a:pt x="185" y="33"/>
                      <a:pt x="186" y="39"/>
                      <a:pt x="187" y="45"/>
                    </a:cubicBezTo>
                    <a:cubicBezTo>
                      <a:pt x="187" y="50"/>
                      <a:pt x="188" y="55"/>
                      <a:pt x="188" y="60"/>
                    </a:cubicBezTo>
                    <a:cubicBezTo>
                      <a:pt x="189" y="66"/>
                      <a:pt x="191" y="73"/>
                      <a:pt x="192" y="78"/>
                    </a:cubicBezTo>
                    <a:cubicBezTo>
                      <a:pt x="193" y="85"/>
                      <a:pt x="193" y="81"/>
                      <a:pt x="194" y="88"/>
                    </a:cubicBezTo>
                    <a:cubicBezTo>
                      <a:pt x="196" y="96"/>
                      <a:pt x="195" y="95"/>
                      <a:pt x="196" y="105"/>
                    </a:cubicBezTo>
                    <a:cubicBezTo>
                      <a:pt x="197" y="111"/>
                      <a:pt x="196" y="122"/>
                      <a:pt x="195" y="128"/>
                    </a:cubicBezTo>
                    <a:cubicBezTo>
                      <a:pt x="194" y="134"/>
                      <a:pt x="191" y="138"/>
                      <a:pt x="190" y="139"/>
                    </a:cubicBezTo>
                    <a:cubicBezTo>
                      <a:pt x="186" y="141"/>
                      <a:pt x="173" y="142"/>
                      <a:pt x="176" y="142"/>
                    </a:cubicBezTo>
                    <a:cubicBezTo>
                      <a:pt x="169" y="143"/>
                      <a:pt x="170" y="142"/>
                      <a:pt x="166" y="143"/>
                    </a:cubicBezTo>
                    <a:cubicBezTo>
                      <a:pt x="156" y="145"/>
                      <a:pt x="154" y="145"/>
                      <a:pt x="147" y="145"/>
                    </a:cubicBezTo>
                    <a:cubicBezTo>
                      <a:pt x="141" y="146"/>
                      <a:pt x="146" y="146"/>
                      <a:pt x="138" y="147"/>
                    </a:cubicBezTo>
                    <a:cubicBezTo>
                      <a:pt x="138" y="147"/>
                      <a:pt x="137" y="148"/>
                      <a:pt x="136" y="148"/>
                    </a:cubicBezTo>
                  </a:path>
                </a:pathLst>
              </a:custGeom>
              <a:solidFill>
                <a:srgbClr val="293896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71" name="Google Shape;71;p13"/>
              <p:cNvSpPr/>
              <p:nvPr/>
            </p:nvSpPr>
            <p:spPr>
              <a:xfrm>
                <a:off x="935" y="356"/>
                <a:ext cx="230" cy="195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32" extrusionOk="0">
                    <a:moveTo>
                      <a:pt x="11" y="5"/>
                    </a:moveTo>
                    <a:cubicBezTo>
                      <a:pt x="13" y="0"/>
                      <a:pt x="15" y="0"/>
                      <a:pt x="19" y="0"/>
                    </a:cubicBezTo>
                    <a:cubicBezTo>
                      <a:pt x="22" y="0"/>
                      <a:pt x="25" y="0"/>
                      <a:pt x="30" y="1"/>
                    </a:cubicBezTo>
                    <a:cubicBezTo>
                      <a:pt x="33" y="2"/>
                      <a:pt x="33" y="1"/>
                      <a:pt x="37" y="2"/>
                    </a:cubicBezTo>
                    <a:cubicBezTo>
                      <a:pt x="40" y="3"/>
                      <a:pt x="40" y="2"/>
                      <a:pt x="45" y="3"/>
                    </a:cubicBezTo>
                    <a:cubicBezTo>
                      <a:pt x="48" y="4"/>
                      <a:pt x="59" y="6"/>
                      <a:pt x="63" y="6"/>
                    </a:cubicBezTo>
                    <a:cubicBezTo>
                      <a:pt x="67" y="7"/>
                      <a:pt x="70" y="9"/>
                      <a:pt x="74" y="9"/>
                    </a:cubicBezTo>
                    <a:cubicBezTo>
                      <a:pt x="78" y="9"/>
                      <a:pt x="82" y="10"/>
                      <a:pt x="86" y="10"/>
                    </a:cubicBezTo>
                    <a:cubicBezTo>
                      <a:pt x="90" y="10"/>
                      <a:pt x="94" y="10"/>
                      <a:pt x="97" y="10"/>
                    </a:cubicBezTo>
                    <a:cubicBezTo>
                      <a:pt x="101" y="10"/>
                      <a:pt x="105" y="9"/>
                      <a:pt x="109" y="9"/>
                    </a:cubicBezTo>
                    <a:cubicBezTo>
                      <a:pt x="113" y="9"/>
                      <a:pt x="117" y="9"/>
                      <a:pt x="120" y="8"/>
                    </a:cubicBezTo>
                    <a:cubicBezTo>
                      <a:pt x="125" y="8"/>
                      <a:pt x="128" y="7"/>
                      <a:pt x="131" y="7"/>
                    </a:cubicBezTo>
                    <a:cubicBezTo>
                      <a:pt x="135" y="5"/>
                      <a:pt x="139" y="6"/>
                      <a:pt x="142" y="6"/>
                    </a:cubicBezTo>
                    <a:cubicBezTo>
                      <a:pt x="146" y="7"/>
                      <a:pt x="149" y="9"/>
                      <a:pt x="151" y="12"/>
                    </a:cubicBezTo>
                    <a:cubicBezTo>
                      <a:pt x="152" y="15"/>
                      <a:pt x="151" y="18"/>
                      <a:pt x="152" y="23"/>
                    </a:cubicBezTo>
                    <a:cubicBezTo>
                      <a:pt x="152" y="25"/>
                      <a:pt x="151" y="30"/>
                      <a:pt x="151" y="35"/>
                    </a:cubicBezTo>
                    <a:cubicBezTo>
                      <a:pt x="151" y="38"/>
                      <a:pt x="151" y="42"/>
                      <a:pt x="151" y="46"/>
                    </a:cubicBezTo>
                    <a:cubicBezTo>
                      <a:pt x="151" y="50"/>
                      <a:pt x="152" y="54"/>
                      <a:pt x="152" y="58"/>
                    </a:cubicBezTo>
                    <a:cubicBezTo>
                      <a:pt x="152" y="62"/>
                      <a:pt x="152" y="66"/>
                      <a:pt x="152" y="69"/>
                    </a:cubicBezTo>
                    <a:cubicBezTo>
                      <a:pt x="152" y="74"/>
                      <a:pt x="153" y="77"/>
                      <a:pt x="153" y="81"/>
                    </a:cubicBezTo>
                    <a:cubicBezTo>
                      <a:pt x="153" y="85"/>
                      <a:pt x="153" y="89"/>
                      <a:pt x="153" y="92"/>
                    </a:cubicBezTo>
                    <a:cubicBezTo>
                      <a:pt x="153" y="99"/>
                      <a:pt x="154" y="97"/>
                      <a:pt x="154" y="103"/>
                    </a:cubicBezTo>
                    <a:cubicBezTo>
                      <a:pt x="153" y="109"/>
                      <a:pt x="155" y="110"/>
                      <a:pt x="150" y="114"/>
                    </a:cubicBezTo>
                    <a:cubicBezTo>
                      <a:pt x="147" y="116"/>
                      <a:pt x="144" y="118"/>
                      <a:pt x="139" y="118"/>
                    </a:cubicBezTo>
                    <a:cubicBezTo>
                      <a:pt x="138" y="119"/>
                      <a:pt x="134" y="120"/>
                      <a:pt x="129" y="121"/>
                    </a:cubicBezTo>
                    <a:cubicBezTo>
                      <a:pt x="126" y="122"/>
                      <a:pt x="122" y="123"/>
                      <a:pt x="118" y="124"/>
                    </a:cubicBezTo>
                    <a:cubicBezTo>
                      <a:pt x="115" y="124"/>
                      <a:pt x="111" y="125"/>
                      <a:pt x="108" y="126"/>
                    </a:cubicBezTo>
                    <a:cubicBezTo>
                      <a:pt x="104" y="126"/>
                      <a:pt x="101" y="127"/>
                      <a:pt x="97" y="127"/>
                    </a:cubicBezTo>
                    <a:cubicBezTo>
                      <a:pt x="94" y="128"/>
                      <a:pt x="90" y="128"/>
                      <a:pt x="86" y="128"/>
                    </a:cubicBezTo>
                    <a:cubicBezTo>
                      <a:pt x="83" y="129"/>
                      <a:pt x="79" y="128"/>
                      <a:pt x="76" y="129"/>
                    </a:cubicBezTo>
                    <a:cubicBezTo>
                      <a:pt x="72" y="129"/>
                      <a:pt x="69" y="129"/>
                      <a:pt x="66" y="129"/>
                    </a:cubicBezTo>
                    <a:cubicBezTo>
                      <a:pt x="63" y="130"/>
                      <a:pt x="66" y="130"/>
                      <a:pt x="64" y="131"/>
                    </a:cubicBezTo>
                    <a:cubicBezTo>
                      <a:pt x="61" y="132"/>
                      <a:pt x="60" y="132"/>
                      <a:pt x="53" y="131"/>
                    </a:cubicBezTo>
                    <a:cubicBezTo>
                      <a:pt x="50" y="131"/>
                      <a:pt x="47" y="131"/>
                      <a:pt x="43" y="131"/>
                    </a:cubicBezTo>
                    <a:cubicBezTo>
                      <a:pt x="40" y="131"/>
                      <a:pt x="36" y="131"/>
                      <a:pt x="32" y="130"/>
                    </a:cubicBezTo>
                    <a:cubicBezTo>
                      <a:pt x="29" y="130"/>
                      <a:pt x="25" y="129"/>
                      <a:pt x="22" y="128"/>
                    </a:cubicBezTo>
                    <a:cubicBezTo>
                      <a:pt x="18" y="127"/>
                      <a:pt x="14" y="127"/>
                      <a:pt x="11" y="126"/>
                    </a:cubicBezTo>
                    <a:cubicBezTo>
                      <a:pt x="7" y="125"/>
                      <a:pt x="4" y="123"/>
                      <a:pt x="3" y="121"/>
                    </a:cubicBezTo>
                    <a:cubicBezTo>
                      <a:pt x="2" y="119"/>
                      <a:pt x="1" y="114"/>
                      <a:pt x="1" y="109"/>
                    </a:cubicBezTo>
                    <a:cubicBezTo>
                      <a:pt x="1" y="106"/>
                      <a:pt x="1" y="102"/>
                      <a:pt x="1" y="98"/>
                    </a:cubicBezTo>
                    <a:cubicBezTo>
                      <a:pt x="1" y="95"/>
                      <a:pt x="0" y="91"/>
                      <a:pt x="0" y="88"/>
                    </a:cubicBezTo>
                    <a:cubicBezTo>
                      <a:pt x="0" y="84"/>
                      <a:pt x="0" y="81"/>
                      <a:pt x="1" y="77"/>
                    </a:cubicBezTo>
                    <a:cubicBezTo>
                      <a:pt x="1" y="73"/>
                      <a:pt x="1" y="70"/>
                      <a:pt x="1" y="66"/>
                    </a:cubicBezTo>
                    <a:cubicBezTo>
                      <a:pt x="1" y="62"/>
                      <a:pt x="2" y="59"/>
                      <a:pt x="3" y="55"/>
                    </a:cubicBezTo>
                    <a:cubicBezTo>
                      <a:pt x="3" y="52"/>
                      <a:pt x="4" y="48"/>
                      <a:pt x="4" y="45"/>
                    </a:cubicBezTo>
                    <a:cubicBezTo>
                      <a:pt x="4" y="41"/>
                      <a:pt x="4" y="38"/>
                      <a:pt x="5" y="34"/>
                    </a:cubicBezTo>
                    <a:cubicBezTo>
                      <a:pt x="5" y="31"/>
                      <a:pt x="6" y="27"/>
                      <a:pt x="7" y="24"/>
                    </a:cubicBezTo>
                    <a:cubicBezTo>
                      <a:pt x="7" y="20"/>
                      <a:pt x="7" y="17"/>
                      <a:pt x="7" y="14"/>
                    </a:cubicBezTo>
                    <a:cubicBezTo>
                      <a:pt x="8" y="9"/>
                      <a:pt x="10" y="5"/>
                      <a:pt x="11" y="5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72" name="Google Shape;72;p13"/>
              <p:cNvSpPr/>
              <p:nvPr/>
            </p:nvSpPr>
            <p:spPr>
              <a:xfrm>
                <a:off x="831" y="567"/>
                <a:ext cx="401" cy="137"/>
              </a:xfrm>
              <a:custGeom>
                <a:avLst/>
                <a:gdLst/>
                <a:ahLst/>
                <a:cxnLst/>
                <a:rect l="l" t="t" r="r" b="b"/>
                <a:pathLst>
                  <a:path w="270" h="92" extrusionOk="0">
                    <a:moveTo>
                      <a:pt x="263" y="65"/>
                    </a:moveTo>
                    <a:cubicBezTo>
                      <a:pt x="261" y="66"/>
                      <a:pt x="252" y="68"/>
                      <a:pt x="245" y="68"/>
                    </a:cubicBezTo>
                    <a:cubicBezTo>
                      <a:pt x="241" y="68"/>
                      <a:pt x="236" y="68"/>
                      <a:pt x="229" y="69"/>
                    </a:cubicBezTo>
                    <a:cubicBezTo>
                      <a:pt x="224" y="69"/>
                      <a:pt x="219" y="68"/>
                      <a:pt x="213" y="68"/>
                    </a:cubicBezTo>
                    <a:cubicBezTo>
                      <a:pt x="208" y="69"/>
                      <a:pt x="203" y="69"/>
                      <a:pt x="197" y="69"/>
                    </a:cubicBezTo>
                    <a:cubicBezTo>
                      <a:pt x="192" y="69"/>
                      <a:pt x="186" y="70"/>
                      <a:pt x="180" y="70"/>
                    </a:cubicBezTo>
                    <a:cubicBezTo>
                      <a:pt x="175" y="71"/>
                      <a:pt x="172" y="70"/>
                      <a:pt x="166" y="71"/>
                    </a:cubicBezTo>
                    <a:cubicBezTo>
                      <a:pt x="161" y="71"/>
                      <a:pt x="156" y="69"/>
                      <a:pt x="151" y="70"/>
                    </a:cubicBezTo>
                    <a:cubicBezTo>
                      <a:pt x="146" y="70"/>
                      <a:pt x="137" y="71"/>
                      <a:pt x="131" y="71"/>
                    </a:cubicBezTo>
                    <a:cubicBezTo>
                      <a:pt x="126" y="72"/>
                      <a:pt x="120" y="74"/>
                      <a:pt x="115" y="74"/>
                    </a:cubicBezTo>
                    <a:cubicBezTo>
                      <a:pt x="110" y="75"/>
                      <a:pt x="105" y="75"/>
                      <a:pt x="100" y="75"/>
                    </a:cubicBezTo>
                    <a:cubicBezTo>
                      <a:pt x="95" y="76"/>
                      <a:pt x="89" y="78"/>
                      <a:pt x="84" y="78"/>
                    </a:cubicBezTo>
                    <a:cubicBezTo>
                      <a:pt x="78" y="79"/>
                      <a:pt x="73" y="80"/>
                      <a:pt x="69" y="81"/>
                    </a:cubicBezTo>
                    <a:cubicBezTo>
                      <a:pt x="63" y="82"/>
                      <a:pt x="59" y="82"/>
                      <a:pt x="54" y="83"/>
                    </a:cubicBezTo>
                    <a:cubicBezTo>
                      <a:pt x="50" y="84"/>
                      <a:pt x="47" y="86"/>
                      <a:pt x="44" y="87"/>
                    </a:cubicBezTo>
                    <a:cubicBezTo>
                      <a:pt x="36" y="89"/>
                      <a:pt x="30" y="90"/>
                      <a:pt x="26" y="91"/>
                    </a:cubicBezTo>
                    <a:cubicBezTo>
                      <a:pt x="16" y="92"/>
                      <a:pt x="11" y="90"/>
                      <a:pt x="9" y="86"/>
                    </a:cubicBezTo>
                    <a:cubicBezTo>
                      <a:pt x="6" y="83"/>
                      <a:pt x="5" y="77"/>
                      <a:pt x="5" y="72"/>
                    </a:cubicBezTo>
                    <a:cubicBezTo>
                      <a:pt x="4" y="66"/>
                      <a:pt x="4" y="69"/>
                      <a:pt x="3" y="64"/>
                    </a:cubicBezTo>
                    <a:cubicBezTo>
                      <a:pt x="2" y="56"/>
                      <a:pt x="0" y="50"/>
                      <a:pt x="5" y="45"/>
                    </a:cubicBezTo>
                    <a:cubicBezTo>
                      <a:pt x="8" y="43"/>
                      <a:pt x="12" y="40"/>
                      <a:pt x="17" y="37"/>
                    </a:cubicBezTo>
                    <a:cubicBezTo>
                      <a:pt x="25" y="33"/>
                      <a:pt x="22" y="34"/>
                      <a:pt x="33" y="29"/>
                    </a:cubicBezTo>
                    <a:cubicBezTo>
                      <a:pt x="37" y="28"/>
                      <a:pt x="42" y="26"/>
                      <a:pt x="48" y="24"/>
                    </a:cubicBezTo>
                    <a:cubicBezTo>
                      <a:pt x="53" y="22"/>
                      <a:pt x="58" y="21"/>
                      <a:pt x="64" y="20"/>
                    </a:cubicBezTo>
                    <a:cubicBezTo>
                      <a:pt x="69" y="18"/>
                      <a:pt x="74" y="17"/>
                      <a:pt x="80" y="16"/>
                    </a:cubicBezTo>
                    <a:cubicBezTo>
                      <a:pt x="85" y="15"/>
                      <a:pt x="91" y="13"/>
                      <a:pt x="96" y="12"/>
                    </a:cubicBezTo>
                    <a:cubicBezTo>
                      <a:pt x="102" y="11"/>
                      <a:pt x="107" y="10"/>
                      <a:pt x="113" y="9"/>
                    </a:cubicBezTo>
                    <a:cubicBezTo>
                      <a:pt x="118" y="8"/>
                      <a:pt x="124" y="8"/>
                      <a:pt x="130" y="7"/>
                    </a:cubicBezTo>
                    <a:cubicBezTo>
                      <a:pt x="136" y="6"/>
                      <a:pt x="141" y="6"/>
                      <a:pt x="147" y="5"/>
                    </a:cubicBezTo>
                    <a:cubicBezTo>
                      <a:pt x="152" y="4"/>
                      <a:pt x="158" y="3"/>
                      <a:pt x="163" y="3"/>
                    </a:cubicBezTo>
                    <a:cubicBezTo>
                      <a:pt x="168" y="2"/>
                      <a:pt x="176" y="3"/>
                      <a:pt x="182" y="3"/>
                    </a:cubicBezTo>
                    <a:cubicBezTo>
                      <a:pt x="187" y="2"/>
                      <a:pt x="190" y="1"/>
                      <a:pt x="195" y="1"/>
                    </a:cubicBezTo>
                    <a:cubicBezTo>
                      <a:pt x="200" y="1"/>
                      <a:pt x="206" y="1"/>
                      <a:pt x="211" y="0"/>
                    </a:cubicBezTo>
                    <a:cubicBezTo>
                      <a:pt x="217" y="0"/>
                      <a:pt x="222" y="0"/>
                      <a:pt x="228" y="0"/>
                    </a:cubicBezTo>
                    <a:cubicBezTo>
                      <a:pt x="232" y="0"/>
                      <a:pt x="237" y="0"/>
                      <a:pt x="242" y="0"/>
                    </a:cubicBezTo>
                    <a:cubicBezTo>
                      <a:pt x="250" y="0"/>
                      <a:pt x="257" y="0"/>
                      <a:pt x="261" y="3"/>
                    </a:cubicBezTo>
                    <a:cubicBezTo>
                      <a:pt x="267" y="7"/>
                      <a:pt x="267" y="9"/>
                      <a:pt x="267" y="16"/>
                    </a:cubicBezTo>
                    <a:cubicBezTo>
                      <a:pt x="267" y="25"/>
                      <a:pt x="266" y="21"/>
                      <a:pt x="268" y="29"/>
                    </a:cubicBezTo>
                    <a:cubicBezTo>
                      <a:pt x="269" y="38"/>
                      <a:pt x="269" y="46"/>
                      <a:pt x="270" y="54"/>
                    </a:cubicBezTo>
                    <a:cubicBezTo>
                      <a:pt x="270" y="58"/>
                      <a:pt x="268" y="61"/>
                      <a:pt x="263" y="65"/>
                    </a:cubicBezTo>
                  </a:path>
                </a:pathLst>
              </a:custGeom>
              <a:solidFill>
                <a:srgbClr val="293896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73" name="Google Shape;73;p13"/>
              <p:cNvSpPr/>
              <p:nvPr/>
            </p:nvSpPr>
            <p:spPr>
              <a:xfrm>
                <a:off x="893" y="628"/>
                <a:ext cx="0" cy="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74" name="Google Shape;74;p13"/>
              <p:cNvSpPr/>
              <p:nvPr/>
            </p:nvSpPr>
            <p:spPr>
              <a:xfrm>
                <a:off x="938" y="652"/>
                <a:ext cx="15" cy="16"/>
              </a:xfrm>
              <a:custGeom>
                <a:avLst/>
                <a:gdLst/>
                <a:ahLst/>
                <a:cxnLst/>
                <a:rect l="l" t="t" r="r" b="b"/>
                <a:pathLst>
                  <a:path w="10" h="11" extrusionOk="0">
                    <a:moveTo>
                      <a:pt x="5" y="10"/>
                    </a:moveTo>
                    <a:cubicBezTo>
                      <a:pt x="8" y="10"/>
                      <a:pt x="10" y="7"/>
                      <a:pt x="10" y="5"/>
                    </a:cubicBezTo>
                    <a:cubicBezTo>
                      <a:pt x="10" y="2"/>
                      <a:pt x="8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1"/>
                      <a:pt x="4" y="10"/>
                      <a:pt x="5" y="1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75" name="Google Shape;75;p13"/>
              <p:cNvSpPr/>
              <p:nvPr/>
            </p:nvSpPr>
            <p:spPr>
              <a:xfrm>
                <a:off x="913" y="656"/>
                <a:ext cx="0" cy="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76" name="Google Shape;76;p13"/>
              <p:cNvSpPr/>
              <p:nvPr/>
            </p:nvSpPr>
            <p:spPr>
              <a:xfrm>
                <a:off x="1011" y="625"/>
                <a:ext cx="16" cy="15"/>
              </a:xfrm>
              <a:custGeom>
                <a:avLst/>
                <a:gdLst/>
                <a:ahLst/>
                <a:cxnLst/>
                <a:rect l="l" t="t" r="r" b="b"/>
                <a:pathLst>
                  <a:path w="11" h="10" extrusionOk="0">
                    <a:moveTo>
                      <a:pt x="6" y="10"/>
                    </a:moveTo>
                    <a:cubicBezTo>
                      <a:pt x="9" y="10"/>
                      <a:pt x="11" y="7"/>
                      <a:pt x="11" y="4"/>
                    </a:cubicBezTo>
                    <a:cubicBezTo>
                      <a:pt x="11" y="2"/>
                      <a:pt x="9" y="0"/>
                      <a:pt x="6" y="0"/>
                    </a:cubicBezTo>
                    <a:cubicBezTo>
                      <a:pt x="3" y="0"/>
                      <a:pt x="0" y="1"/>
                      <a:pt x="1" y="5"/>
                    </a:cubicBezTo>
                    <a:cubicBezTo>
                      <a:pt x="2" y="7"/>
                      <a:pt x="3" y="10"/>
                      <a:pt x="6" y="1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77" name="Google Shape;77;p13"/>
              <p:cNvSpPr/>
              <p:nvPr/>
            </p:nvSpPr>
            <p:spPr>
              <a:xfrm>
                <a:off x="971" y="636"/>
                <a:ext cx="0" cy="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78" name="Google Shape;78;p13"/>
              <p:cNvSpPr/>
              <p:nvPr/>
            </p:nvSpPr>
            <p:spPr>
              <a:xfrm>
                <a:off x="948" y="628"/>
                <a:ext cx="15" cy="16"/>
              </a:xfrm>
              <a:custGeom>
                <a:avLst/>
                <a:gdLst/>
                <a:ahLst/>
                <a:cxnLst/>
                <a:rect l="l" t="t" r="r" b="b"/>
                <a:pathLst>
                  <a:path w="10" h="11" extrusionOk="0">
                    <a:moveTo>
                      <a:pt x="5" y="10"/>
                    </a:moveTo>
                    <a:cubicBezTo>
                      <a:pt x="8" y="11"/>
                      <a:pt x="10" y="8"/>
                      <a:pt x="10" y="5"/>
                    </a:cubicBezTo>
                    <a:cubicBezTo>
                      <a:pt x="10" y="2"/>
                      <a:pt x="8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8"/>
                      <a:pt x="0" y="9"/>
                      <a:pt x="5" y="1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79" name="Google Shape;79;p13"/>
              <p:cNvSpPr/>
              <p:nvPr/>
            </p:nvSpPr>
            <p:spPr>
              <a:xfrm>
                <a:off x="993" y="603"/>
                <a:ext cx="15" cy="13"/>
              </a:xfrm>
              <a:custGeom>
                <a:avLst/>
                <a:gdLst/>
                <a:ahLst/>
                <a:cxnLst/>
                <a:rect l="l" t="t" r="r" b="b"/>
                <a:pathLst>
                  <a:path w="10" h="9" extrusionOk="0">
                    <a:moveTo>
                      <a:pt x="5" y="9"/>
                    </a:moveTo>
                    <a:cubicBezTo>
                      <a:pt x="8" y="9"/>
                      <a:pt x="10" y="8"/>
                      <a:pt x="10" y="5"/>
                    </a:cubicBezTo>
                    <a:cubicBezTo>
                      <a:pt x="10" y="3"/>
                      <a:pt x="8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8"/>
                      <a:pt x="3" y="9"/>
                      <a:pt x="5" y="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80" name="Google Shape;80;p13"/>
              <p:cNvSpPr/>
              <p:nvPr/>
            </p:nvSpPr>
            <p:spPr>
              <a:xfrm>
                <a:off x="1015" y="591"/>
                <a:ext cx="0" cy="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81" name="Google Shape;81;p13"/>
              <p:cNvSpPr/>
              <p:nvPr/>
            </p:nvSpPr>
            <p:spPr>
              <a:xfrm>
                <a:off x="889" y="661"/>
                <a:ext cx="0" cy="0"/>
              </a:xfrm>
              <a:prstGeom prst="ellipse">
                <a:avLst/>
              </a:prstGeom>
              <a:solidFill>
                <a:srgbClr val="FFF20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82" name="Google Shape;82;p13"/>
              <p:cNvSpPr/>
              <p:nvPr/>
            </p:nvSpPr>
            <p:spPr>
              <a:xfrm>
                <a:off x="954" y="601"/>
                <a:ext cx="0" cy="0"/>
              </a:xfrm>
              <a:prstGeom prst="ellipse">
                <a:avLst/>
              </a:prstGeom>
              <a:solidFill>
                <a:srgbClr val="FFF20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83" name="Google Shape;83;p13"/>
              <p:cNvSpPr/>
              <p:nvPr/>
            </p:nvSpPr>
            <p:spPr>
              <a:xfrm>
                <a:off x="928" y="630"/>
                <a:ext cx="0" cy="0"/>
              </a:xfrm>
              <a:prstGeom prst="ellipse">
                <a:avLst/>
              </a:prstGeom>
              <a:solidFill>
                <a:srgbClr val="FFF20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84" name="Google Shape;84;p13"/>
              <p:cNvSpPr/>
              <p:nvPr/>
            </p:nvSpPr>
            <p:spPr>
              <a:xfrm>
                <a:off x="994" y="641"/>
                <a:ext cx="0" cy="0"/>
              </a:xfrm>
              <a:prstGeom prst="ellipse">
                <a:avLst/>
              </a:prstGeom>
              <a:solidFill>
                <a:srgbClr val="FFF20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85" name="Google Shape;85;p13"/>
              <p:cNvSpPr/>
              <p:nvPr/>
            </p:nvSpPr>
            <p:spPr>
              <a:xfrm>
                <a:off x="1098" y="633"/>
                <a:ext cx="21" cy="22"/>
              </a:xfrm>
              <a:custGeom>
                <a:avLst/>
                <a:gdLst/>
                <a:ahLst/>
                <a:cxnLst/>
                <a:rect l="l" t="t" r="r" b="b"/>
                <a:pathLst>
                  <a:path w="14" h="15" extrusionOk="0">
                    <a:moveTo>
                      <a:pt x="7" y="15"/>
                    </a:moveTo>
                    <a:cubicBezTo>
                      <a:pt x="10" y="15"/>
                      <a:pt x="14" y="11"/>
                      <a:pt x="14" y="7"/>
                    </a:cubicBezTo>
                    <a:cubicBezTo>
                      <a:pt x="14" y="4"/>
                      <a:pt x="10" y="0"/>
                      <a:pt x="6" y="0"/>
                    </a:cubicBezTo>
                    <a:cubicBezTo>
                      <a:pt x="2" y="0"/>
                      <a:pt x="0" y="4"/>
                      <a:pt x="0" y="8"/>
                    </a:cubicBezTo>
                    <a:cubicBezTo>
                      <a:pt x="0" y="11"/>
                      <a:pt x="3" y="15"/>
                      <a:pt x="7" y="15"/>
                    </a:cubicBezTo>
                    <a:close/>
                  </a:path>
                </a:pathLst>
              </a:custGeom>
              <a:solidFill>
                <a:srgbClr val="FFF20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86" name="Google Shape;86;p13"/>
              <p:cNvSpPr/>
              <p:nvPr/>
            </p:nvSpPr>
            <p:spPr>
              <a:xfrm>
                <a:off x="1085" y="597"/>
                <a:ext cx="0" cy="0"/>
              </a:xfrm>
              <a:prstGeom prst="ellipse">
                <a:avLst/>
              </a:prstGeom>
              <a:solidFill>
                <a:srgbClr val="FFF20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87" name="Google Shape;87;p13"/>
              <p:cNvSpPr/>
              <p:nvPr/>
            </p:nvSpPr>
            <p:spPr>
              <a:xfrm>
                <a:off x="1147" y="601"/>
                <a:ext cx="0" cy="0"/>
              </a:xfrm>
              <a:prstGeom prst="ellipse">
                <a:avLst/>
              </a:prstGeom>
              <a:solidFill>
                <a:srgbClr val="FFF20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88" name="Google Shape;88;p13"/>
              <p:cNvSpPr/>
              <p:nvPr/>
            </p:nvSpPr>
            <p:spPr>
              <a:xfrm>
                <a:off x="1123" y="621"/>
                <a:ext cx="0" cy="0"/>
              </a:xfrm>
              <a:prstGeom prst="ellipse">
                <a:avLst/>
              </a:prstGeom>
              <a:solidFill>
                <a:srgbClr val="FFF20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89" name="Google Shape;89;p13"/>
              <p:cNvSpPr/>
              <p:nvPr/>
            </p:nvSpPr>
            <p:spPr>
              <a:xfrm>
                <a:off x="988" y="399"/>
                <a:ext cx="0" cy="0"/>
              </a:xfrm>
              <a:prstGeom prst="rect">
                <a:avLst/>
              </a:pr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90" name="Google Shape;90;p13"/>
              <p:cNvSpPr/>
              <p:nvPr/>
            </p:nvSpPr>
            <p:spPr>
              <a:xfrm>
                <a:off x="1111" y="385"/>
                <a:ext cx="0" cy="0"/>
              </a:xfrm>
              <a:prstGeom prst="rect">
                <a:avLst/>
              </a:pr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91" name="Google Shape;91;p13"/>
              <p:cNvSpPr/>
              <p:nvPr/>
            </p:nvSpPr>
            <p:spPr>
              <a:xfrm>
                <a:off x="1135" y="461"/>
                <a:ext cx="0" cy="0"/>
              </a:xfrm>
              <a:prstGeom prst="rect">
                <a:avLst/>
              </a:pr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92" name="Google Shape;92;p13"/>
              <p:cNvSpPr/>
              <p:nvPr/>
            </p:nvSpPr>
            <p:spPr>
              <a:xfrm>
                <a:off x="1061" y="477"/>
                <a:ext cx="0" cy="0"/>
              </a:xfrm>
              <a:prstGeom prst="rect">
                <a:avLst/>
              </a:pr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93" name="Google Shape;93;p13"/>
              <p:cNvSpPr/>
              <p:nvPr/>
            </p:nvSpPr>
            <p:spPr>
              <a:xfrm>
                <a:off x="1025" y="473"/>
                <a:ext cx="0" cy="0"/>
              </a:xfrm>
              <a:prstGeom prst="rect">
                <a:avLst/>
              </a:pr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94" name="Google Shape;94;p13"/>
              <p:cNvSpPr/>
              <p:nvPr/>
            </p:nvSpPr>
            <p:spPr>
              <a:xfrm>
                <a:off x="951" y="489"/>
                <a:ext cx="23" cy="22"/>
              </a:xfrm>
              <a:custGeom>
                <a:avLst/>
                <a:gdLst/>
                <a:ahLst/>
                <a:cxnLst/>
                <a:rect l="l" t="t" r="r" b="b"/>
                <a:pathLst>
                  <a:path w="23" h="22" extrusionOk="0">
                    <a:moveTo>
                      <a:pt x="15" y="22"/>
                    </a:moveTo>
                    <a:lnTo>
                      <a:pt x="23" y="7"/>
                    </a:lnTo>
                    <a:lnTo>
                      <a:pt x="8" y="0"/>
                    </a:lnTo>
                    <a:lnTo>
                      <a:pt x="0" y="15"/>
                    </a:lnTo>
                    <a:lnTo>
                      <a:pt x="15" y="22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95" name="Google Shape;95;p13"/>
              <p:cNvSpPr/>
              <p:nvPr/>
            </p:nvSpPr>
            <p:spPr>
              <a:xfrm>
                <a:off x="971" y="401"/>
                <a:ext cx="149" cy="79"/>
              </a:xfrm>
              <a:custGeom>
                <a:avLst/>
                <a:gdLst/>
                <a:ahLst/>
                <a:cxnLst/>
                <a:rect l="l" t="t" r="r" b="b"/>
                <a:pathLst>
                  <a:path w="149" h="79" extrusionOk="0">
                    <a:moveTo>
                      <a:pt x="22" y="27"/>
                    </a:moveTo>
                    <a:lnTo>
                      <a:pt x="0" y="79"/>
                    </a:lnTo>
                    <a:lnTo>
                      <a:pt x="63" y="58"/>
                    </a:lnTo>
                    <a:lnTo>
                      <a:pt x="149" y="9"/>
                    </a:lnTo>
                    <a:lnTo>
                      <a:pt x="149" y="0"/>
                    </a:lnTo>
                  </a:path>
                </a:pathLst>
              </a:cu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96" name="Google Shape;96;p13"/>
              <p:cNvSpPr/>
              <p:nvPr/>
            </p:nvSpPr>
            <p:spPr>
              <a:xfrm>
                <a:off x="997" y="413"/>
                <a:ext cx="147" cy="36"/>
              </a:xfrm>
              <a:custGeom>
                <a:avLst/>
                <a:gdLst/>
                <a:ahLst/>
                <a:cxnLst/>
                <a:rect l="l" t="t" r="r" b="b"/>
                <a:pathLst>
                  <a:path w="147" h="36" extrusionOk="0">
                    <a:moveTo>
                      <a:pt x="0" y="11"/>
                    </a:moveTo>
                    <a:lnTo>
                      <a:pt x="60" y="20"/>
                    </a:lnTo>
                    <a:lnTo>
                      <a:pt x="122" y="0"/>
                    </a:lnTo>
                    <a:lnTo>
                      <a:pt x="147" y="30"/>
                    </a:lnTo>
                    <a:lnTo>
                      <a:pt x="113" y="36"/>
                    </a:lnTo>
                  </a:path>
                </a:pathLst>
              </a:cu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97" name="Google Shape;97;p13"/>
              <p:cNvSpPr/>
              <p:nvPr/>
            </p:nvSpPr>
            <p:spPr>
              <a:xfrm>
                <a:off x="1057" y="441"/>
                <a:ext cx="50" cy="27"/>
              </a:xfrm>
              <a:custGeom>
                <a:avLst/>
                <a:gdLst/>
                <a:ahLst/>
                <a:cxnLst/>
                <a:rect l="l" t="t" r="r" b="b"/>
                <a:pathLst>
                  <a:path w="50" h="27" extrusionOk="0">
                    <a:moveTo>
                      <a:pt x="50" y="6"/>
                    </a:moveTo>
                    <a:lnTo>
                      <a:pt x="10" y="27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cxnSp>
            <p:nvCxnSpPr>
              <p:cNvPr id="98" name="Google Shape;98;p13"/>
              <p:cNvCxnSpPr/>
              <p:nvPr/>
            </p:nvCxnSpPr>
            <p:spPr>
              <a:xfrm>
                <a:off x="1036" y="461"/>
                <a:ext cx="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sp>
            <p:nvSpPr>
              <p:cNvPr id="99" name="Google Shape;99;p13"/>
              <p:cNvSpPr/>
              <p:nvPr/>
            </p:nvSpPr>
            <p:spPr>
              <a:xfrm>
                <a:off x="996" y="415"/>
                <a:ext cx="71" cy="49"/>
              </a:xfrm>
              <a:custGeom>
                <a:avLst/>
                <a:gdLst/>
                <a:ahLst/>
                <a:cxnLst/>
                <a:rect l="l" t="t" r="r" b="b"/>
                <a:pathLst>
                  <a:path w="71" h="49" extrusionOk="0">
                    <a:moveTo>
                      <a:pt x="71" y="49"/>
                    </a:moveTo>
                    <a:lnTo>
                      <a:pt x="0" y="9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cxnSp>
            <p:nvCxnSpPr>
              <p:cNvPr id="100" name="Google Shape;100;p13"/>
              <p:cNvCxnSpPr/>
              <p:nvPr/>
            </p:nvCxnSpPr>
            <p:spPr>
              <a:xfrm>
                <a:off x="1119" y="409"/>
                <a:ext cx="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13"/>
              <p:cNvCxnSpPr/>
              <p:nvPr/>
            </p:nvCxnSpPr>
            <p:spPr>
              <a:xfrm>
                <a:off x="1143" y="453"/>
                <a:ext cx="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13"/>
              <p:cNvCxnSpPr/>
              <p:nvPr/>
            </p:nvCxnSpPr>
            <p:spPr>
              <a:xfrm>
                <a:off x="969" y="487"/>
                <a:ext cx="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03" name="Google Shape;103;p13"/>
              <p:cNvCxnSpPr/>
              <p:nvPr/>
            </p:nvCxnSpPr>
            <p:spPr>
              <a:xfrm>
                <a:off x="1033" y="468"/>
                <a:ext cx="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04" name="Google Shape;104;p13"/>
              <p:cNvCxnSpPr/>
              <p:nvPr/>
            </p:nvCxnSpPr>
            <p:spPr>
              <a:xfrm>
                <a:off x="1068" y="473"/>
                <a:ext cx="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293896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sp>
            <p:nvSpPr>
              <p:cNvPr id="105" name="Google Shape;105;p13"/>
              <p:cNvSpPr/>
              <p:nvPr/>
            </p:nvSpPr>
            <p:spPr>
              <a:xfrm>
                <a:off x="1111" y="407"/>
                <a:ext cx="0" cy="0"/>
              </a:xfrm>
              <a:prstGeom prst="ellipse">
                <a:avLst/>
              </a:prstGeom>
              <a:solidFill>
                <a:srgbClr val="EF4056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06" name="Google Shape;106;p13"/>
              <p:cNvSpPr/>
              <p:nvPr/>
            </p:nvSpPr>
            <p:spPr>
              <a:xfrm>
                <a:off x="1025" y="453"/>
                <a:ext cx="0" cy="0"/>
              </a:xfrm>
              <a:prstGeom prst="ellipse">
                <a:avLst/>
              </a:prstGeom>
              <a:solidFill>
                <a:srgbClr val="EF4056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07" name="Google Shape;107;p13"/>
              <p:cNvSpPr/>
              <p:nvPr/>
            </p:nvSpPr>
            <p:spPr>
              <a:xfrm>
                <a:off x="1049" y="428"/>
                <a:ext cx="0" cy="0"/>
              </a:xfrm>
              <a:prstGeom prst="ellipse">
                <a:avLst/>
              </a:prstGeom>
              <a:solidFill>
                <a:srgbClr val="EF4056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08" name="Google Shape;108;p13"/>
              <p:cNvSpPr/>
              <p:nvPr/>
            </p:nvSpPr>
            <p:spPr>
              <a:xfrm>
                <a:off x="965" y="474"/>
                <a:ext cx="0" cy="0"/>
              </a:xfrm>
              <a:prstGeom prst="ellipse">
                <a:avLst/>
              </a:prstGeom>
              <a:solidFill>
                <a:srgbClr val="F386A7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09" name="Google Shape;109;p13"/>
              <p:cNvSpPr/>
              <p:nvPr/>
            </p:nvSpPr>
            <p:spPr>
              <a:xfrm>
                <a:off x="1101" y="440"/>
                <a:ext cx="0" cy="0"/>
              </a:xfrm>
              <a:prstGeom prst="ellipse">
                <a:avLst/>
              </a:prstGeom>
              <a:solidFill>
                <a:srgbClr val="F386A7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10" name="Google Shape;110;p13"/>
              <p:cNvSpPr/>
              <p:nvPr/>
            </p:nvSpPr>
            <p:spPr>
              <a:xfrm>
                <a:off x="988" y="419"/>
                <a:ext cx="0" cy="0"/>
              </a:xfrm>
              <a:prstGeom prst="ellipse">
                <a:avLst/>
              </a:prstGeom>
              <a:solidFill>
                <a:srgbClr val="FFF20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11" name="Google Shape;111;p13"/>
              <p:cNvSpPr/>
              <p:nvPr/>
            </p:nvSpPr>
            <p:spPr>
              <a:xfrm>
                <a:off x="1134" y="439"/>
                <a:ext cx="0" cy="0"/>
              </a:xfrm>
              <a:prstGeom prst="ellipse">
                <a:avLst/>
              </a:prstGeom>
              <a:solidFill>
                <a:srgbClr val="FFF20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12" name="Google Shape;112;p13"/>
              <p:cNvSpPr/>
              <p:nvPr/>
            </p:nvSpPr>
            <p:spPr>
              <a:xfrm>
                <a:off x="1061" y="458"/>
                <a:ext cx="0" cy="0"/>
              </a:xfrm>
              <a:prstGeom prst="ellipse">
                <a:avLst/>
              </a:prstGeom>
              <a:solidFill>
                <a:srgbClr val="FFF20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13" name="Google Shape;113;p13"/>
              <p:cNvSpPr/>
              <p:nvPr/>
            </p:nvSpPr>
            <p:spPr>
              <a:xfrm>
                <a:off x="464" y="791"/>
                <a:ext cx="142" cy="166"/>
              </a:xfrm>
              <a:custGeom>
                <a:avLst/>
                <a:gdLst/>
                <a:ahLst/>
                <a:cxnLst/>
                <a:rect l="l" t="t" r="r" b="b"/>
                <a:pathLst>
                  <a:path w="96" h="112" extrusionOk="0">
                    <a:moveTo>
                      <a:pt x="81" y="35"/>
                    </a:moveTo>
                    <a:cubicBezTo>
                      <a:pt x="78" y="20"/>
                      <a:pt x="65" y="12"/>
                      <a:pt x="51" y="12"/>
                    </a:cubicBezTo>
                    <a:cubicBezTo>
                      <a:pt x="25" y="12"/>
                      <a:pt x="14" y="33"/>
                      <a:pt x="14" y="55"/>
                    </a:cubicBezTo>
                    <a:cubicBezTo>
                      <a:pt x="14" y="80"/>
                      <a:pt x="25" y="100"/>
                      <a:pt x="51" y="100"/>
                    </a:cubicBezTo>
                    <a:cubicBezTo>
                      <a:pt x="69" y="100"/>
                      <a:pt x="80" y="87"/>
                      <a:pt x="82" y="69"/>
                    </a:cubicBezTo>
                    <a:cubicBezTo>
                      <a:pt x="96" y="69"/>
                      <a:pt x="96" y="69"/>
                      <a:pt x="96" y="69"/>
                    </a:cubicBezTo>
                    <a:cubicBezTo>
                      <a:pt x="93" y="96"/>
                      <a:pt x="76" y="112"/>
                      <a:pt x="50" y="112"/>
                    </a:cubicBezTo>
                    <a:cubicBezTo>
                      <a:pt x="16" y="112"/>
                      <a:pt x="0" y="87"/>
                      <a:pt x="0" y="56"/>
                    </a:cubicBezTo>
                    <a:cubicBezTo>
                      <a:pt x="0" y="25"/>
                      <a:pt x="18" y="0"/>
                      <a:pt x="51" y="0"/>
                    </a:cubicBezTo>
                    <a:cubicBezTo>
                      <a:pt x="73" y="0"/>
                      <a:pt x="91" y="12"/>
                      <a:pt x="95" y="35"/>
                    </a:cubicBezTo>
                    <a:lnTo>
                      <a:pt x="81" y="35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14" name="Google Shape;114;p13"/>
              <p:cNvSpPr/>
              <p:nvPr/>
            </p:nvSpPr>
            <p:spPr>
              <a:xfrm>
                <a:off x="624" y="796"/>
                <a:ext cx="95" cy="157"/>
              </a:xfrm>
              <a:custGeom>
                <a:avLst/>
                <a:gdLst/>
                <a:ahLst/>
                <a:cxnLst/>
                <a:rect l="l" t="t" r="r" b="b"/>
                <a:pathLst>
                  <a:path w="64" h="106" extrusionOk="0">
                    <a:moveTo>
                      <a:pt x="0" y="0"/>
                    </a:moveTo>
                    <a:cubicBezTo>
                      <a:pt x="12" y="0"/>
                      <a:pt x="12" y="0"/>
                      <a:pt x="12" y="0"/>
                    </a:cubicBezTo>
                    <a:cubicBezTo>
                      <a:pt x="12" y="40"/>
                      <a:pt x="12" y="40"/>
                      <a:pt x="12" y="40"/>
                    </a:cubicBezTo>
                    <a:cubicBezTo>
                      <a:pt x="13" y="40"/>
                      <a:pt x="13" y="40"/>
                      <a:pt x="13" y="40"/>
                    </a:cubicBezTo>
                    <a:cubicBezTo>
                      <a:pt x="17" y="31"/>
                      <a:pt x="28" y="27"/>
                      <a:pt x="37" y="27"/>
                    </a:cubicBezTo>
                    <a:cubicBezTo>
                      <a:pt x="57" y="27"/>
                      <a:pt x="64" y="39"/>
                      <a:pt x="64" y="56"/>
                    </a:cubicBezTo>
                    <a:cubicBezTo>
                      <a:pt x="64" y="106"/>
                      <a:pt x="64" y="106"/>
                      <a:pt x="64" y="106"/>
                    </a:cubicBezTo>
                    <a:cubicBezTo>
                      <a:pt x="51" y="106"/>
                      <a:pt x="51" y="106"/>
                      <a:pt x="51" y="106"/>
                    </a:cubicBezTo>
                    <a:cubicBezTo>
                      <a:pt x="51" y="54"/>
                      <a:pt x="51" y="54"/>
                      <a:pt x="51" y="54"/>
                    </a:cubicBezTo>
                    <a:cubicBezTo>
                      <a:pt x="51" y="45"/>
                      <a:pt x="45" y="38"/>
                      <a:pt x="35" y="38"/>
                    </a:cubicBezTo>
                    <a:cubicBezTo>
                      <a:pt x="20" y="38"/>
                      <a:pt x="12" y="49"/>
                      <a:pt x="12" y="63"/>
                    </a:cubicBezTo>
                    <a:cubicBezTo>
                      <a:pt x="12" y="106"/>
                      <a:pt x="12" y="106"/>
                      <a:pt x="12" y="106"/>
                    </a:cubicBezTo>
                    <a:cubicBezTo>
                      <a:pt x="0" y="106"/>
                      <a:pt x="0" y="106"/>
                      <a:pt x="0" y="106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15" name="Google Shape;115;p13"/>
              <p:cNvSpPr/>
              <p:nvPr/>
            </p:nvSpPr>
            <p:spPr>
              <a:xfrm>
                <a:off x="730" y="836"/>
                <a:ext cx="107" cy="120"/>
              </a:xfrm>
              <a:custGeom>
                <a:avLst/>
                <a:gdLst/>
                <a:ahLst/>
                <a:cxnLst/>
                <a:rect l="l" t="t" r="r" b="b"/>
                <a:pathLst>
                  <a:path w="72" h="81" extrusionOk="0">
                    <a:moveTo>
                      <a:pt x="71" y="55"/>
                    </a:moveTo>
                    <a:cubicBezTo>
                      <a:pt x="67" y="72"/>
                      <a:pt x="55" y="81"/>
                      <a:pt x="37" y="81"/>
                    </a:cubicBezTo>
                    <a:cubicBezTo>
                      <a:pt x="13" y="81"/>
                      <a:pt x="1" y="64"/>
                      <a:pt x="0" y="40"/>
                    </a:cubicBezTo>
                    <a:cubicBezTo>
                      <a:pt x="0" y="17"/>
                      <a:pt x="16" y="0"/>
                      <a:pt x="37" y="0"/>
                    </a:cubicBezTo>
                    <a:cubicBezTo>
                      <a:pt x="64" y="0"/>
                      <a:pt x="72" y="26"/>
                      <a:pt x="72" y="45"/>
                    </a:cubicBezTo>
                    <a:cubicBezTo>
                      <a:pt x="14" y="45"/>
                      <a:pt x="14" y="45"/>
                      <a:pt x="14" y="45"/>
                    </a:cubicBezTo>
                    <a:cubicBezTo>
                      <a:pt x="13" y="58"/>
                      <a:pt x="21" y="70"/>
                      <a:pt x="38" y="70"/>
                    </a:cubicBezTo>
                    <a:cubicBezTo>
                      <a:pt x="48" y="70"/>
                      <a:pt x="56" y="65"/>
                      <a:pt x="58" y="55"/>
                    </a:cubicBezTo>
                    <a:lnTo>
                      <a:pt x="71" y="55"/>
                    </a:lnTo>
                    <a:close/>
                    <a:moveTo>
                      <a:pt x="58" y="33"/>
                    </a:moveTo>
                    <a:cubicBezTo>
                      <a:pt x="58" y="21"/>
                      <a:pt x="49" y="11"/>
                      <a:pt x="36" y="11"/>
                    </a:cubicBezTo>
                    <a:cubicBezTo>
                      <a:pt x="23" y="11"/>
                      <a:pt x="15" y="21"/>
                      <a:pt x="14" y="33"/>
                    </a:cubicBezTo>
                    <a:lnTo>
                      <a:pt x="58" y="33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16" name="Google Shape;116;p13"/>
              <p:cNvSpPr/>
              <p:nvPr/>
            </p:nvSpPr>
            <p:spPr>
              <a:xfrm>
                <a:off x="848" y="836"/>
                <a:ext cx="105" cy="120"/>
              </a:xfrm>
              <a:custGeom>
                <a:avLst/>
                <a:gdLst/>
                <a:ahLst/>
                <a:cxnLst/>
                <a:rect l="l" t="t" r="r" b="b"/>
                <a:pathLst>
                  <a:path w="71" h="81" extrusionOk="0">
                    <a:moveTo>
                      <a:pt x="57" y="27"/>
                    </a:moveTo>
                    <a:cubicBezTo>
                      <a:pt x="55" y="17"/>
                      <a:pt x="48" y="11"/>
                      <a:pt x="38" y="11"/>
                    </a:cubicBezTo>
                    <a:cubicBezTo>
                      <a:pt x="19" y="11"/>
                      <a:pt x="14" y="26"/>
                      <a:pt x="14" y="42"/>
                    </a:cubicBezTo>
                    <a:cubicBezTo>
                      <a:pt x="14" y="56"/>
                      <a:pt x="20" y="70"/>
                      <a:pt x="36" y="70"/>
                    </a:cubicBezTo>
                    <a:cubicBezTo>
                      <a:pt x="49" y="70"/>
                      <a:pt x="56" y="63"/>
                      <a:pt x="58" y="51"/>
                    </a:cubicBezTo>
                    <a:cubicBezTo>
                      <a:pt x="71" y="51"/>
                      <a:pt x="71" y="51"/>
                      <a:pt x="71" y="51"/>
                    </a:cubicBezTo>
                    <a:cubicBezTo>
                      <a:pt x="68" y="70"/>
                      <a:pt x="56" y="81"/>
                      <a:pt x="37" y="81"/>
                    </a:cubicBezTo>
                    <a:cubicBezTo>
                      <a:pt x="13" y="81"/>
                      <a:pt x="0" y="65"/>
                      <a:pt x="0" y="42"/>
                    </a:cubicBezTo>
                    <a:cubicBezTo>
                      <a:pt x="0" y="18"/>
                      <a:pt x="12" y="0"/>
                      <a:pt x="37" y="0"/>
                    </a:cubicBezTo>
                    <a:cubicBezTo>
                      <a:pt x="54" y="0"/>
                      <a:pt x="68" y="8"/>
                      <a:pt x="70" y="27"/>
                    </a:cubicBezTo>
                    <a:lnTo>
                      <a:pt x="57" y="27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17" name="Google Shape;117;p13"/>
              <p:cNvSpPr/>
              <p:nvPr/>
            </p:nvSpPr>
            <p:spPr>
              <a:xfrm>
                <a:off x="968" y="796"/>
                <a:ext cx="99" cy="157"/>
              </a:xfrm>
              <a:custGeom>
                <a:avLst/>
                <a:gdLst/>
                <a:ahLst/>
                <a:cxnLst/>
                <a:rect l="l" t="t" r="r" b="b"/>
                <a:pathLst>
                  <a:path w="99" h="157" extrusionOk="0">
                    <a:moveTo>
                      <a:pt x="0" y="0"/>
                    </a:moveTo>
                    <a:lnTo>
                      <a:pt x="19" y="0"/>
                    </a:lnTo>
                    <a:lnTo>
                      <a:pt x="19" y="93"/>
                    </a:lnTo>
                    <a:lnTo>
                      <a:pt x="71" y="42"/>
                    </a:lnTo>
                    <a:lnTo>
                      <a:pt x="96" y="42"/>
                    </a:lnTo>
                    <a:lnTo>
                      <a:pt x="50" y="84"/>
                    </a:lnTo>
                    <a:lnTo>
                      <a:pt x="99" y="157"/>
                    </a:lnTo>
                    <a:lnTo>
                      <a:pt x="75" y="157"/>
                    </a:lnTo>
                    <a:lnTo>
                      <a:pt x="37" y="97"/>
                    </a:lnTo>
                    <a:lnTo>
                      <a:pt x="19" y="114"/>
                    </a:lnTo>
                    <a:lnTo>
                      <a:pt x="19" y="157"/>
                    </a:lnTo>
                    <a:lnTo>
                      <a:pt x="0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18" name="Google Shape;118;p13"/>
              <p:cNvSpPr/>
              <p:nvPr/>
            </p:nvSpPr>
            <p:spPr>
              <a:xfrm>
                <a:off x="1135" y="796"/>
                <a:ext cx="119" cy="157"/>
              </a:xfrm>
              <a:custGeom>
                <a:avLst/>
                <a:gdLst/>
                <a:ahLst/>
                <a:cxnLst/>
                <a:rect l="l" t="t" r="r" b="b"/>
                <a:pathLst>
                  <a:path w="80" h="106" extrusionOk="0">
                    <a:moveTo>
                      <a:pt x="0" y="0"/>
                    </a:moveTo>
                    <a:cubicBezTo>
                      <a:pt x="47" y="0"/>
                      <a:pt x="47" y="0"/>
                      <a:pt x="47" y="0"/>
                    </a:cubicBezTo>
                    <a:cubicBezTo>
                      <a:pt x="68" y="0"/>
                      <a:pt x="80" y="11"/>
                      <a:pt x="80" y="31"/>
                    </a:cubicBezTo>
                    <a:cubicBezTo>
                      <a:pt x="80" y="51"/>
                      <a:pt x="68" y="63"/>
                      <a:pt x="47" y="63"/>
                    </a:cubicBezTo>
                    <a:cubicBezTo>
                      <a:pt x="14" y="63"/>
                      <a:pt x="14" y="63"/>
                      <a:pt x="14" y="63"/>
                    </a:cubicBezTo>
                    <a:cubicBezTo>
                      <a:pt x="14" y="106"/>
                      <a:pt x="14" y="106"/>
                      <a:pt x="14" y="106"/>
                    </a:cubicBezTo>
                    <a:cubicBezTo>
                      <a:pt x="0" y="106"/>
                      <a:pt x="0" y="106"/>
                      <a:pt x="0" y="106"/>
                    </a:cubicBezTo>
                    <a:lnTo>
                      <a:pt x="0" y="0"/>
                    </a:lnTo>
                    <a:close/>
                    <a:moveTo>
                      <a:pt x="14" y="51"/>
                    </a:moveTo>
                    <a:cubicBezTo>
                      <a:pt x="42" y="51"/>
                      <a:pt x="42" y="51"/>
                      <a:pt x="42" y="51"/>
                    </a:cubicBezTo>
                    <a:cubicBezTo>
                      <a:pt x="58" y="51"/>
                      <a:pt x="65" y="44"/>
                      <a:pt x="65" y="31"/>
                    </a:cubicBezTo>
                    <a:cubicBezTo>
                      <a:pt x="65" y="18"/>
                      <a:pt x="58" y="12"/>
                      <a:pt x="42" y="12"/>
                    </a:cubicBezTo>
                    <a:cubicBezTo>
                      <a:pt x="14" y="12"/>
                      <a:pt x="14" y="12"/>
                      <a:pt x="14" y="12"/>
                    </a:cubicBezTo>
                    <a:lnTo>
                      <a:pt x="14" y="5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19" name="Google Shape;119;p13"/>
              <p:cNvSpPr/>
              <p:nvPr/>
            </p:nvSpPr>
            <p:spPr>
              <a:xfrm>
                <a:off x="1260" y="836"/>
                <a:ext cx="111" cy="120"/>
              </a:xfrm>
              <a:custGeom>
                <a:avLst/>
                <a:gdLst/>
                <a:ahLst/>
                <a:cxnLst/>
                <a:rect l="l" t="t" r="r" b="b"/>
                <a:pathLst>
                  <a:path w="75" h="81" extrusionOk="0">
                    <a:moveTo>
                      <a:pt x="38" y="0"/>
                    </a:moveTo>
                    <a:cubicBezTo>
                      <a:pt x="62" y="0"/>
                      <a:pt x="75" y="18"/>
                      <a:pt x="75" y="41"/>
                    </a:cubicBezTo>
                    <a:cubicBezTo>
                      <a:pt x="75" y="63"/>
                      <a:pt x="62" y="81"/>
                      <a:pt x="38" y="81"/>
                    </a:cubicBezTo>
                    <a:cubicBezTo>
                      <a:pt x="13" y="81"/>
                      <a:pt x="0" y="63"/>
                      <a:pt x="0" y="41"/>
                    </a:cubicBezTo>
                    <a:cubicBezTo>
                      <a:pt x="0" y="18"/>
                      <a:pt x="13" y="0"/>
                      <a:pt x="38" y="0"/>
                    </a:cubicBezTo>
                    <a:close/>
                    <a:moveTo>
                      <a:pt x="38" y="70"/>
                    </a:moveTo>
                    <a:cubicBezTo>
                      <a:pt x="51" y="70"/>
                      <a:pt x="62" y="59"/>
                      <a:pt x="62" y="41"/>
                    </a:cubicBezTo>
                    <a:cubicBezTo>
                      <a:pt x="62" y="22"/>
                      <a:pt x="51" y="11"/>
                      <a:pt x="38" y="11"/>
                    </a:cubicBezTo>
                    <a:cubicBezTo>
                      <a:pt x="24" y="11"/>
                      <a:pt x="14" y="22"/>
                      <a:pt x="14" y="41"/>
                    </a:cubicBezTo>
                    <a:cubicBezTo>
                      <a:pt x="14" y="59"/>
                      <a:pt x="24" y="70"/>
                      <a:pt x="38" y="7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20" name="Google Shape;120;p13"/>
              <p:cNvSpPr/>
              <p:nvPr/>
            </p:nvSpPr>
            <p:spPr>
              <a:xfrm>
                <a:off x="1390" y="796"/>
                <a:ext cx="18" cy="157"/>
              </a:xfrm>
              <a:custGeom>
                <a:avLst/>
                <a:gdLst/>
                <a:ahLst/>
                <a:cxnLst/>
                <a:rect l="l" t="t" r="r" b="b"/>
                <a:pathLst>
                  <a:path w="18" h="157" extrusionOk="0">
                    <a:moveTo>
                      <a:pt x="18" y="22"/>
                    </a:moveTo>
                    <a:lnTo>
                      <a:pt x="0" y="22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22"/>
                    </a:lnTo>
                    <a:close/>
                    <a:moveTo>
                      <a:pt x="0" y="42"/>
                    </a:moveTo>
                    <a:lnTo>
                      <a:pt x="18" y="42"/>
                    </a:lnTo>
                    <a:lnTo>
                      <a:pt x="18" y="157"/>
                    </a:lnTo>
                    <a:lnTo>
                      <a:pt x="0" y="157"/>
                    </a:lnTo>
                    <a:lnTo>
                      <a:pt x="0" y="42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21" name="Google Shape;121;p13"/>
              <p:cNvSpPr/>
              <p:nvPr/>
            </p:nvSpPr>
            <p:spPr>
              <a:xfrm>
                <a:off x="1432" y="836"/>
                <a:ext cx="95" cy="117"/>
              </a:xfrm>
              <a:custGeom>
                <a:avLst/>
                <a:gdLst/>
                <a:ahLst/>
                <a:cxnLst/>
                <a:rect l="l" t="t" r="r" b="b"/>
                <a:pathLst>
                  <a:path w="64" h="79" extrusionOk="0">
                    <a:moveTo>
                      <a:pt x="0" y="2"/>
                    </a:moveTo>
                    <a:cubicBezTo>
                      <a:pt x="12" y="2"/>
                      <a:pt x="12" y="2"/>
                      <a:pt x="12" y="2"/>
                    </a:cubicBezTo>
                    <a:cubicBezTo>
                      <a:pt x="12" y="14"/>
                      <a:pt x="12" y="14"/>
                      <a:pt x="12" y="14"/>
                    </a:cubicBezTo>
                    <a:cubicBezTo>
                      <a:pt x="13" y="14"/>
                      <a:pt x="13" y="14"/>
                      <a:pt x="13" y="14"/>
                    </a:cubicBezTo>
                    <a:cubicBezTo>
                      <a:pt x="18" y="5"/>
                      <a:pt x="27" y="0"/>
                      <a:pt x="38" y="0"/>
                    </a:cubicBezTo>
                    <a:cubicBezTo>
                      <a:pt x="58" y="0"/>
                      <a:pt x="64" y="12"/>
                      <a:pt x="64" y="29"/>
                    </a:cubicBezTo>
                    <a:cubicBezTo>
                      <a:pt x="64" y="79"/>
                      <a:pt x="64" y="79"/>
                      <a:pt x="64" y="79"/>
                    </a:cubicBezTo>
                    <a:cubicBezTo>
                      <a:pt x="52" y="79"/>
                      <a:pt x="52" y="79"/>
                      <a:pt x="52" y="79"/>
                    </a:cubicBezTo>
                    <a:cubicBezTo>
                      <a:pt x="52" y="27"/>
                      <a:pt x="52" y="27"/>
                      <a:pt x="52" y="27"/>
                    </a:cubicBezTo>
                    <a:cubicBezTo>
                      <a:pt x="52" y="18"/>
                      <a:pt x="46" y="11"/>
                      <a:pt x="36" y="11"/>
                    </a:cubicBezTo>
                    <a:cubicBezTo>
                      <a:pt x="20" y="11"/>
                      <a:pt x="13" y="22"/>
                      <a:pt x="13" y="36"/>
                    </a:cubicBezTo>
                    <a:cubicBezTo>
                      <a:pt x="13" y="79"/>
                      <a:pt x="13" y="79"/>
                      <a:pt x="13" y="79"/>
                    </a:cubicBezTo>
                    <a:cubicBezTo>
                      <a:pt x="0" y="79"/>
                      <a:pt x="0" y="79"/>
                      <a:pt x="0" y="79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22" name="Google Shape;122;p13"/>
              <p:cNvSpPr/>
              <p:nvPr/>
            </p:nvSpPr>
            <p:spPr>
              <a:xfrm>
                <a:off x="1537" y="804"/>
                <a:ext cx="62" cy="149"/>
              </a:xfrm>
              <a:custGeom>
                <a:avLst/>
                <a:gdLst/>
                <a:ahLst/>
                <a:cxnLst/>
                <a:rect l="l" t="t" r="r" b="b"/>
                <a:pathLst>
                  <a:path w="42" h="100" extrusionOk="0">
                    <a:moveTo>
                      <a:pt x="26" y="23"/>
                    </a:moveTo>
                    <a:cubicBezTo>
                      <a:pt x="42" y="23"/>
                      <a:pt x="42" y="23"/>
                      <a:pt x="42" y="23"/>
                    </a:cubicBezTo>
                    <a:cubicBezTo>
                      <a:pt x="42" y="34"/>
                      <a:pt x="42" y="34"/>
                      <a:pt x="42" y="34"/>
                    </a:cubicBezTo>
                    <a:cubicBezTo>
                      <a:pt x="26" y="34"/>
                      <a:pt x="26" y="34"/>
                      <a:pt x="26" y="34"/>
                    </a:cubicBezTo>
                    <a:cubicBezTo>
                      <a:pt x="26" y="82"/>
                      <a:pt x="26" y="82"/>
                      <a:pt x="26" y="82"/>
                    </a:cubicBezTo>
                    <a:cubicBezTo>
                      <a:pt x="26" y="88"/>
                      <a:pt x="28" y="89"/>
                      <a:pt x="36" y="89"/>
                    </a:cubicBezTo>
                    <a:cubicBezTo>
                      <a:pt x="42" y="89"/>
                      <a:pt x="42" y="89"/>
                      <a:pt x="42" y="89"/>
                    </a:cubicBezTo>
                    <a:cubicBezTo>
                      <a:pt x="42" y="100"/>
                      <a:pt x="42" y="100"/>
                      <a:pt x="42" y="100"/>
                    </a:cubicBezTo>
                    <a:cubicBezTo>
                      <a:pt x="32" y="100"/>
                      <a:pt x="32" y="100"/>
                      <a:pt x="32" y="100"/>
                    </a:cubicBezTo>
                    <a:cubicBezTo>
                      <a:pt x="19" y="100"/>
                      <a:pt x="14" y="98"/>
                      <a:pt x="14" y="83"/>
                    </a:cubicBezTo>
                    <a:cubicBezTo>
                      <a:pt x="14" y="34"/>
                      <a:pt x="14" y="34"/>
                      <a:pt x="14" y="34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0" y="23"/>
                      <a:pt x="0" y="23"/>
                      <a:pt x="0" y="23"/>
                    </a:cubicBezTo>
                    <a:cubicBezTo>
                      <a:pt x="14" y="23"/>
                      <a:pt x="14" y="23"/>
                      <a:pt x="14" y="23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26" y="0"/>
                      <a:pt x="26" y="0"/>
                      <a:pt x="26" y="0"/>
                    </a:cubicBezTo>
                    <a:lnTo>
                      <a:pt x="26" y="23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23" name="Google Shape;123;p13"/>
              <p:cNvSpPr/>
              <p:nvPr/>
            </p:nvSpPr>
            <p:spPr>
              <a:xfrm>
                <a:off x="470" y="991"/>
                <a:ext cx="40" cy="52"/>
              </a:xfrm>
              <a:custGeom>
                <a:avLst/>
                <a:gdLst/>
                <a:ahLst/>
                <a:cxnLst/>
                <a:rect l="l" t="t" r="r" b="b"/>
                <a:pathLst>
                  <a:path w="27" h="35" extrusionOk="0">
                    <a:moveTo>
                      <a:pt x="21" y="11"/>
                    </a:moveTo>
                    <a:cubicBezTo>
                      <a:pt x="20" y="6"/>
                      <a:pt x="17" y="4"/>
                      <a:pt x="13" y="4"/>
                    </a:cubicBezTo>
                    <a:cubicBezTo>
                      <a:pt x="9" y="4"/>
                      <a:pt x="5" y="5"/>
                      <a:pt x="5" y="10"/>
                    </a:cubicBezTo>
                    <a:cubicBezTo>
                      <a:pt x="5" y="14"/>
                      <a:pt x="10" y="14"/>
                      <a:pt x="16" y="16"/>
                    </a:cubicBezTo>
                    <a:cubicBezTo>
                      <a:pt x="21" y="17"/>
                      <a:pt x="27" y="19"/>
                      <a:pt x="27" y="25"/>
                    </a:cubicBezTo>
                    <a:cubicBezTo>
                      <a:pt x="27" y="32"/>
                      <a:pt x="20" y="35"/>
                      <a:pt x="13" y="35"/>
                    </a:cubicBezTo>
                    <a:cubicBezTo>
                      <a:pt x="6" y="35"/>
                      <a:pt x="0" y="32"/>
                      <a:pt x="0" y="23"/>
                    </a:cubicBezTo>
                    <a:cubicBezTo>
                      <a:pt x="4" y="23"/>
                      <a:pt x="4" y="23"/>
                      <a:pt x="4" y="23"/>
                    </a:cubicBezTo>
                    <a:cubicBezTo>
                      <a:pt x="4" y="29"/>
                      <a:pt x="9" y="32"/>
                      <a:pt x="14" y="32"/>
                    </a:cubicBezTo>
                    <a:cubicBezTo>
                      <a:pt x="18" y="32"/>
                      <a:pt x="22" y="30"/>
                      <a:pt x="22" y="25"/>
                    </a:cubicBezTo>
                    <a:cubicBezTo>
                      <a:pt x="22" y="21"/>
                      <a:pt x="17" y="20"/>
                      <a:pt x="11" y="19"/>
                    </a:cubicBezTo>
                    <a:cubicBezTo>
                      <a:pt x="6" y="18"/>
                      <a:pt x="1" y="16"/>
                      <a:pt x="1" y="10"/>
                    </a:cubicBezTo>
                    <a:cubicBezTo>
                      <a:pt x="1" y="3"/>
                      <a:pt x="7" y="0"/>
                      <a:pt x="13" y="0"/>
                    </a:cubicBezTo>
                    <a:cubicBezTo>
                      <a:pt x="20" y="0"/>
                      <a:pt x="25" y="3"/>
                      <a:pt x="25" y="11"/>
                    </a:cubicBezTo>
                    <a:lnTo>
                      <a:pt x="21" y="1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24" name="Google Shape;124;p13"/>
              <p:cNvSpPr/>
              <p:nvPr/>
            </p:nvSpPr>
            <p:spPr>
              <a:xfrm>
                <a:off x="517" y="991"/>
                <a:ext cx="47" cy="52"/>
              </a:xfrm>
              <a:custGeom>
                <a:avLst/>
                <a:gdLst/>
                <a:ahLst/>
                <a:cxnLst/>
                <a:rect l="l" t="t" r="r" b="b"/>
                <a:pathLst>
                  <a:path w="32" h="35" extrusionOk="0">
                    <a:moveTo>
                      <a:pt x="16" y="0"/>
                    </a:moveTo>
                    <a:cubicBezTo>
                      <a:pt x="27" y="0"/>
                      <a:pt x="32" y="8"/>
                      <a:pt x="32" y="18"/>
                    </a:cubicBezTo>
                    <a:cubicBezTo>
                      <a:pt x="32" y="27"/>
                      <a:pt x="27" y="35"/>
                      <a:pt x="16" y="35"/>
                    </a:cubicBezTo>
                    <a:cubicBezTo>
                      <a:pt x="5" y="35"/>
                      <a:pt x="0" y="27"/>
                      <a:pt x="0" y="18"/>
                    </a:cubicBezTo>
                    <a:cubicBezTo>
                      <a:pt x="0" y="8"/>
                      <a:pt x="5" y="0"/>
                      <a:pt x="16" y="0"/>
                    </a:cubicBezTo>
                    <a:close/>
                    <a:moveTo>
                      <a:pt x="16" y="32"/>
                    </a:moveTo>
                    <a:cubicBezTo>
                      <a:pt x="24" y="32"/>
                      <a:pt x="28" y="24"/>
                      <a:pt x="28" y="18"/>
                    </a:cubicBezTo>
                    <a:cubicBezTo>
                      <a:pt x="28" y="11"/>
                      <a:pt x="24" y="4"/>
                      <a:pt x="16" y="4"/>
                    </a:cubicBezTo>
                    <a:cubicBezTo>
                      <a:pt x="8" y="4"/>
                      <a:pt x="4" y="11"/>
                      <a:pt x="4" y="18"/>
                    </a:cubicBezTo>
                    <a:cubicBezTo>
                      <a:pt x="4" y="24"/>
                      <a:pt x="8" y="32"/>
                      <a:pt x="16" y="3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25" name="Google Shape;125;p13"/>
              <p:cNvSpPr/>
              <p:nvPr/>
            </p:nvSpPr>
            <p:spPr>
              <a:xfrm>
                <a:off x="575" y="993"/>
                <a:ext cx="32" cy="50"/>
              </a:xfrm>
              <a:custGeom>
                <a:avLst/>
                <a:gdLst/>
                <a:ahLst/>
                <a:cxnLst/>
                <a:rect l="l" t="t" r="r" b="b"/>
                <a:pathLst>
                  <a:path w="32" h="50" extrusionOk="0">
                    <a:moveTo>
                      <a:pt x="0" y="0"/>
                    </a:moveTo>
                    <a:lnTo>
                      <a:pt x="32" y="0"/>
                    </a:lnTo>
                    <a:lnTo>
                      <a:pt x="32" y="5"/>
                    </a:lnTo>
                    <a:lnTo>
                      <a:pt x="7" y="5"/>
                    </a:lnTo>
                    <a:lnTo>
                      <a:pt x="7" y="20"/>
                    </a:lnTo>
                    <a:lnTo>
                      <a:pt x="29" y="20"/>
                    </a:lnTo>
                    <a:lnTo>
                      <a:pt x="29" y="26"/>
                    </a:lnTo>
                    <a:lnTo>
                      <a:pt x="7" y="26"/>
                    </a:lnTo>
                    <a:lnTo>
                      <a:pt x="7" y="50"/>
                    </a:lnTo>
                    <a:lnTo>
                      <a:pt x="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26" name="Google Shape;126;p13"/>
              <p:cNvSpPr/>
              <p:nvPr/>
            </p:nvSpPr>
            <p:spPr>
              <a:xfrm>
                <a:off x="613" y="993"/>
                <a:ext cx="40" cy="50"/>
              </a:xfrm>
              <a:custGeom>
                <a:avLst/>
                <a:gdLst/>
                <a:ahLst/>
                <a:cxnLst/>
                <a:rect l="l" t="t" r="r" b="b"/>
                <a:pathLst>
                  <a:path w="40" h="50" extrusionOk="0">
                    <a:moveTo>
                      <a:pt x="17" y="5"/>
                    </a:moveTo>
                    <a:lnTo>
                      <a:pt x="0" y="5"/>
                    </a:lnTo>
                    <a:lnTo>
                      <a:pt x="0" y="0"/>
                    </a:lnTo>
                    <a:lnTo>
                      <a:pt x="40" y="0"/>
                    </a:lnTo>
                    <a:lnTo>
                      <a:pt x="40" y="5"/>
                    </a:lnTo>
                    <a:lnTo>
                      <a:pt x="24" y="5"/>
                    </a:lnTo>
                    <a:lnTo>
                      <a:pt x="24" y="50"/>
                    </a:lnTo>
                    <a:lnTo>
                      <a:pt x="17" y="50"/>
                    </a:lnTo>
                    <a:lnTo>
                      <a:pt x="17" y="5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27" name="Google Shape;127;p13"/>
              <p:cNvSpPr/>
              <p:nvPr/>
            </p:nvSpPr>
            <p:spPr>
              <a:xfrm>
                <a:off x="659" y="993"/>
                <a:ext cx="63" cy="50"/>
              </a:xfrm>
              <a:custGeom>
                <a:avLst/>
                <a:gdLst/>
                <a:ahLst/>
                <a:cxnLst/>
                <a:rect l="l" t="t" r="r" b="b"/>
                <a:pathLst>
                  <a:path w="63" h="50" extrusionOk="0">
                    <a:moveTo>
                      <a:pt x="49" y="50"/>
                    </a:moveTo>
                    <a:lnTo>
                      <a:pt x="43" y="50"/>
                    </a:lnTo>
                    <a:lnTo>
                      <a:pt x="31" y="7"/>
                    </a:lnTo>
                    <a:lnTo>
                      <a:pt x="31" y="7"/>
                    </a:lnTo>
                    <a:lnTo>
                      <a:pt x="20" y="50"/>
                    </a:lnTo>
                    <a:lnTo>
                      <a:pt x="12" y="50"/>
                    </a:lnTo>
                    <a:lnTo>
                      <a:pt x="0" y="0"/>
                    </a:lnTo>
                    <a:lnTo>
                      <a:pt x="6" y="0"/>
                    </a:lnTo>
                    <a:lnTo>
                      <a:pt x="17" y="41"/>
                    </a:lnTo>
                    <a:lnTo>
                      <a:pt x="17" y="41"/>
                    </a:lnTo>
                    <a:lnTo>
                      <a:pt x="28" y="0"/>
                    </a:lnTo>
                    <a:lnTo>
                      <a:pt x="36" y="0"/>
                    </a:lnTo>
                    <a:lnTo>
                      <a:pt x="46" y="41"/>
                    </a:lnTo>
                    <a:lnTo>
                      <a:pt x="46" y="41"/>
                    </a:lnTo>
                    <a:lnTo>
                      <a:pt x="57" y="0"/>
                    </a:lnTo>
                    <a:lnTo>
                      <a:pt x="63" y="0"/>
                    </a:lnTo>
                    <a:lnTo>
                      <a:pt x="49" y="5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28" name="Google Shape;128;p13"/>
              <p:cNvSpPr/>
              <p:nvPr/>
            </p:nvSpPr>
            <p:spPr>
              <a:xfrm>
                <a:off x="722" y="993"/>
                <a:ext cx="45" cy="50"/>
              </a:xfrm>
              <a:custGeom>
                <a:avLst/>
                <a:gdLst/>
                <a:ahLst/>
                <a:cxnLst/>
                <a:rect l="l" t="t" r="r" b="b"/>
                <a:pathLst>
                  <a:path w="45" h="50" extrusionOk="0">
                    <a:moveTo>
                      <a:pt x="19" y="0"/>
                    </a:moveTo>
                    <a:lnTo>
                      <a:pt x="26" y="0"/>
                    </a:lnTo>
                    <a:lnTo>
                      <a:pt x="45" y="50"/>
                    </a:lnTo>
                    <a:lnTo>
                      <a:pt x="38" y="50"/>
                    </a:lnTo>
                    <a:lnTo>
                      <a:pt x="32" y="34"/>
                    </a:lnTo>
                    <a:lnTo>
                      <a:pt x="11" y="34"/>
                    </a:lnTo>
                    <a:lnTo>
                      <a:pt x="5" y="50"/>
                    </a:lnTo>
                    <a:lnTo>
                      <a:pt x="0" y="50"/>
                    </a:lnTo>
                    <a:lnTo>
                      <a:pt x="19" y="0"/>
                    </a:lnTo>
                    <a:close/>
                    <a:moveTo>
                      <a:pt x="13" y="29"/>
                    </a:moveTo>
                    <a:lnTo>
                      <a:pt x="31" y="29"/>
                    </a:lnTo>
                    <a:lnTo>
                      <a:pt x="22" y="5"/>
                    </a:lnTo>
                    <a:lnTo>
                      <a:pt x="22" y="5"/>
                    </a:lnTo>
                    <a:lnTo>
                      <a:pt x="13" y="29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29" name="Google Shape;129;p13"/>
              <p:cNvSpPr/>
              <p:nvPr/>
            </p:nvSpPr>
            <p:spPr>
              <a:xfrm>
                <a:off x="775" y="993"/>
                <a:ext cx="40" cy="50"/>
              </a:xfrm>
              <a:custGeom>
                <a:avLst/>
                <a:gdLst/>
                <a:ahLst/>
                <a:cxnLst/>
                <a:rect l="l" t="t" r="r" b="b"/>
                <a:pathLst>
                  <a:path w="27" h="34" extrusionOk="0">
                    <a:moveTo>
                      <a:pt x="0" y="0"/>
                    </a:moveTo>
                    <a:cubicBezTo>
                      <a:pt x="16" y="0"/>
                      <a:pt x="16" y="0"/>
                      <a:pt x="16" y="0"/>
                    </a:cubicBezTo>
                    <a:cubicBezTo>
                      <a:pt x="22" y="0"/>
                      <a:pt x="26" y="3"/>
                      <a:pt x="26" y="9"/>
                    </a:cubicBezTo>
                    <a:cubicBezTo>
                      <a:pt x="26" y="13"/>
                      <a:pt x="24" y="16"/>
                      <a:pt x="20" y="17"/>
                    </a:cubicBezTo>
                    <a:cubicBezTo>
                      <a:pt x="20" y="17"/>
                      <a:pt x="20" y="17"/>
                      <a:pt x="20" y="17"/>
                    </a:cubicBezTo>
                    <a:cubicBezTo>
                      <a:pt x="24" y="18"/>
                      <a:pt x="25" y="21"/>
                      <a:pt x="25" y="24"/>
                    </a:cubicBezTo>
                    <a:cubicBezTo>
                      <a:pt x="26" y="28"/>
                      <a:pt x="25" y="31"/>
                      <a:pt x="27" y="34"/>
                    </a:cubicBezTo>
                    <a:cubicBezTo>
                      <a:pt x="22" y="34"/>
                      <a:pt x="22" y="34"/>
                      <a:pt x="22" y="34"/>
                    </a:cubicBezTo>
                    <a:cubicBezTo>
                      <a:pt x="21" y="32"/>
                      <a:pt x="22" y="29"/>
                      <a:pt x="21" y="25"/>
                    </a:cubicBezTo>
                    <a:cubicBezTo>
                      <a:pt x="21" y="22"/>
                      <a:pt x="20" y="19"/>
                      <a:pt x="16" y="19"/>
                    </a:cubicBezTo>
                    <a:cubicBezTo>
                      <a:pt x="5" y="19"/>
                      <a:pt x="5" y="19"/>
                      <a:pt x="5" y="19"/>
                    </a:cubicBezTo>
                    <a:cubicBezTo>
                      <a:pt x="5" y="34"/>
                      <a:pt x="5" y="34"/>
                      <a:pt x="5" y="34"/>
                    </a:cubicBezTo>
                    <a:cubicBezTo>
                      <a:pt x="0" y="34"/>
                      <a:pt x="0" y="34"/>
                      <a:pt x="0" y="34"/>
                    </a:cubicBezTo>
                    <a:lnTo>
                      <a:pt x="0" y="0"/>
                    </a:lnTo>
                    <a:close/>
                    <a:moveTo>
                      <a:pt x="14" y="15"/>
                    </a:moveTo>
                    <a:cubicBezTo>
                      <a:pt x="18" y="15"/>
                      <a:pt x="22" y="14"/>
                      <a:pt x="22" y="9"/>
                    </a:cubicBezTo>
                    <a:cubicBezTo>
                      <a:pt x="22" y="6"/>
                      <a:pt x="20" y="4"/>
                      <a:pt x="16" y="4"/>
                    </a:cubicBezTo>
                    <a:cubicBezTo>
                      <a:pt x="5" y="4"/>
                      <a:pt x="5" y="4"/>
                      <a:pt x="5" y="4"/>
                    </a:cubicBezTo>
                    <a:cubicBezTo>
                      <a:pt x="5" y="15"/>
                      <a:pt x="5" y="15"/>
                      <a:pt x="5" y="15"/>
                    </a:cubicBezTo>
                    <a:lnTo>
                      <a:pt x="14" y="15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30" name="Google Shape;130;p13"/>
              <p:cNvSpPr/>
              <p:nvPr/>
            </p:nvSpPr>
            <p:spPr>
              <a:xfrm>
                <a:off x="825" y="993"/>
                <a:ext cx="36" cy="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50" extrusionOk="0">
                    <a:moveTo>
                      <a:pt x="0" y="0"/>
                    </a:moveTo>
                    <a:lnTo>
                      <a:pt x="34" y="0"/>
                    </a:lnTo>
                    <a:lnTo>
                      <a:pt x="34" y="5"/>
                    </a:lnTo>
                    <a:lnTo>
                      <a:pt x="8" y="5"/>
                    </a:lnTo>
                    <a:lnTo>
                      <a:pt x="8" y="20"/>
                    </a:lnTo>
                    <a:lnTo>
                      <a:pt x="33" y="20"/>
                    </a:lnTo>
                    <a:lnTo>
                      <a:pt x="33" y="26"/>
                    </a:lnTo>
                    <a:lnTo>
                      <a:pt x="8" y="26"/>
                    </a:lnTo>
                    <a:lnTo>
                      <a:pt x="8" y="44"/>
                    </a:lnTo>
                    <a:lnTo>
                      <a:pt x="36" y="44"/>
                    </a:lnTo>
                    <a:lnTo>
                      <a:pt x="36" y="50"/>
                    </a:lnTo>
                    <a:lnTo>
                      <a:pt x="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31" name="Google Shape;131;p13"/>
              <p:cNvSpPr/>
              <p:nvPr/>
            </p:nvSpPr>
            <p:spPr>
              <a:xfrm>
                <a:off x="888" y="993"/>
                <a:ext cx="40" cy="50"/>
              </a:xfrm>
              <a:custGeom>
                <a:avLst/>
                <a:gdLst/>
                <a:ahLst/>
                <a:cxnLst/>
                <a:rect l="l" t="t" r="r" b="b"/>
                <a:pathLst>
                  <a:path w="40" h="50" extrusionOk="0">
                    <a:moveTo>
                      <a:pt x="16" y="5"/>
                    </a:moveTo>
                    <a:lnTo>
                      <a:pt x="0" y="5"/>
                    </a:lnTo>
                    <a:lnTo>
                      <a:pt x="0" y="0"/>
                    </a:lnTo>
                    <a:lnTo>
                      <a:pt x="40" y="0"/>
                    </a:lnTo>
                    <a:lnTo>
                      <a:pt x="40" y="5"/>
                    </a:lnTo>
                    <a:lnTo>
                      <a:pt x="23" y="5"/>
                    </a:lnTo>
                    <a:lnTo>
                      <a:pt x="23" y="50"/>
                    </a:lnTo>
                    <a:lnTo>
                      <a:pt x="16" y="50"/>
                    </a:lnTo>
                    <a:lnTo>
                      <a:pt x="16" y="5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32" name="Google Shape;132;p13"/>
              <p:cNvSpPr/>
              <p:nvPr/>
            </p:nvSpPr>
            <p:spPr>
              <a:xfrm>
                <a:off x="935" y="993"/>
                <a:ext cx="36" cy="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50" extrusionOk="0">
                    <a:moveTo>
                      <a:pt x="0" y="0"/>
                    </a:moveTo>
                    <a:lnTo>
                      <a:pt x="36" y="0"/>
                    </a:lnTo>
                    <a:lnTo>
                      <a:pt x="36" y="5"/>
                    </a:lnTo>
                    <a:lnTo>
                      <a:pt x="7" y="5"/>
                    </a:lnTo>
                    <a:lnTo>
                      <a:pt x="7" y="20"/>
                    </a:lnTo>
                    <a:lnTo>
                      <a:pt x="34" y="20"/>
                    </a:lnTo>
                    <a:lnTo>
                      <a:pt x="34" y="26"/>
                    </a:lnTo>
                    <a:lnTo>
                      <a:pt x="7" y="26"/>
                    </a:lnTo>
                    <a:lnTo>
                      <a:pt x="7" y="44"/>
                    </a:lnTo>
                    <a:lnTo>
                      <a:pt x="36" y="44"/>
                    </a:lnTo>
                    <a:lnTo>
                      <a:pt x="36" y="50"/>
                    </a:lnTo>
                    <a:lnTo>
                      <a:pt x="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33" name="Google Shape;133;p13"/>
              <p:cNvSpPr/>
              <p:nvPr/>
            </p:nvSpPr>
            <p:spPr>
              <a:xfrm>
                <a:off x="978" y="991"/>
                <a:ext cx="46" cy="52"/>
              </a:xfrm>
              <a:custGeom>
                <a:avLst/>
                <a:gdLst/>
                <a:ahLst/>
                <a:cxnLst/>
                <a:rect l="l" t="t" r="r" b="b"/>
                <a:pathLst>
                  <a:path w="31" h="35" extrusionOk="0">
                    <a:moveTo>
                      <a:pt x="26" y="11"/>
                    </a:moveTo>
                    <a:cubicBezTo>
                      <a:pt x="25" y="6"/>
                      <a:pt x="21" y="4"/>
                      <a:pt x="16" y="4"/>
                    </a:cubicBezTo>
                    <a:cubicBezTo>
                      <a:pt x="8" y="4"/>
                      <a:pt x="5" y="10"/>
                      <a:pt x="5" y="17"/>
                    </a:cubicBezTo>
                    <a:cubicBezTo>
                      <a:pt x="5" y="25"/>
                      <a:pt x="8" y="32"/>
                      <a:pt x="16" y="32"/>
                    </a:cubicBezTo>
                    <a:cubicBezTo>
                      <a:pt x="22" y="32"/>
                      <a:pt x="26" y="27"/>
                      <a:pt x="26" y="22"/>
                    </a:cubicBezTo>
                    <a:cubicBezTo>
                      <a:pt x="31" y="22"/>
                      <a:pt x="31" y="22"/>
                      <a:pt x="31" y="22"/>
                    </a:cubicBezTo>
                    <a:cubicBezTo>
                      <a:pt x="30" y="30"/>
                      <a:pt x="25" y="35"/>
                      <a:pt x="16" y="35"/>
                    </a:cubicBezTo>
                    <a:cubicBezTo>
                      <a:pt x="6" y="35"/>
                      <a:pt x="0" y="28"/>
                      <a:pt x="0" y="18"/>
                    </a:cubicBezTo>
                    <a:cubicBezTo>
                      <a:pt x="0" y="8"/>
                      <a:pt x="6" y="0"/>
                      <a:pt x="16" y="0"/>
                    </a:cubicBezTo>
                    <a:cubicBezTo>
                      <a:pt x="23" y="0"/>
                      <a:pt x="29" y="4"/>
                      <a:pt x="30" y="11"/>
                    </a:cubicBezTo>
                    <a:lnTo>
                      <a:pt x="26" y="1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34" name="Google Shape;134;p13"/>
              <p:cNvSpPr/>
              <p:nvPr/>
            </p:nvSpPr>
            <p:spPr>
              <a:xfrm>
                <a:off x="1034" y="993"/>
                <a:ext cx="40" cy="50"/>
              </a:xfrm>
              <a:custGeom>
                <a:avLst/>
                <a:gdLst/>
                <a:ahLst/>
                <a:cxnLst/>
                <a:rect l="l" t="t" r="r" b="b"/>
                <a:pathLst>
                  <a:path w="40" h="50" extrusionOk="0">
                    <a:moveTo>
                      <a:pt x="0" y="0"/>
                    </a:moveTo>
                    <a:lnTo>
                      <a:pt x="6" y="0"/>
                    </a:lnTo>
                    <a:lnTo>
                      <a:pt x="6" y="20"/>
                    </a:lnTo>
                    <a:lnTo>
                      <a:pt x="33" y="20"/>
                    </a:lnTo>
                    <a:lnTo>
                      <a:pt x="33" y="0"/>
                    </a:lnTo>
                    <a:lnTo>
                      <a:pt x="40" y="0"/>
                    </a:lnTo>
                    <a:lnTo>
                      <a:pt x="40" y="50"/>
                    </a:lnTo>
                    <a:lnTo>
                      <a:pt x="33" y="50"/>
                    </a:lnTo>
                    <a:lnTo>
                      <a:pt x="33" y="26"/>
                    </a:lnTo>
                    <a:lnTo>
                      <a:pt x="6" y="26"/>
                    </a:lnTo>
                    <a:lnTo>
                      <a:pt x="6" y="50"/>
                    </a:lnTo>
                    <a:lnTo>
                      <a:pt x="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35" name="Google Shape;135;p13"/>
              <p:cNvSpPr/>
              <p:nvPr/>
            </p:nvSpPr>
            <p:spPr>
              <a:xfrm>
                <a:off x="1088" y="993"/>
                <a:ext cx="40" cy="50"/>
              </a:xfrm>
              <a:custGeom>
                <a:avLst/>
                <a:gdLst/>
                <a:ahLst/>
                <a:cxnLst/>
                <a:rect l="l" t="t" r="r" b="b"/>
                <a:pathLst>
                  <a:path w="40" h="50" extrusionOk="0">
                    <a:moveTo>
                      <a:pt x="0" y="0"/>
                    </a:moveTo>
                    <a:lnTo>
                      <a:pt x="7" y="0"/>
                    </a:lnTo>
                    <a:lnTo>
                      <a:pt x="32" y="40"/>
                    </a:lnTo>
                    <a:lnTo>
                      <a:pt x="32" y="40"/>
                    </a:lnTo>
                    <a:lnTo>
                      <a:pt x="32" y="0"/>
                    </a:lnTo>
                    <a:lnTo>
                      <a:pt x="40" y="0"/>
                    </a:lnTo>
                    <a:lnTo>
                      <a:pt x="40" y="50"/>
                    </a:lnTo>
                    <a:lnTo>
                      <a:pt x="32" y="50"/>
                    </a:lnTo>
                    <a:lnTo>
                      <a:pt x="6" y="8"/>
                    </a:lnTo>
                    <a:lnTo>
                      <a:pt x="6" y="8"/>
                    </a:lnTo>
                    <a:lnTo>
                      <a:pt x="6" y="50"/>
                    </a:lnTo>
                    <a:lnTo>
                      <a:pt x="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36" name="Google Shape;136;p13"/>
              <p:cNvSpPr/>
              <p:nvPr/>
            </p:nvSpPr>
            <p:spPr>
              <a:xfrm>
                <a:off x="1138" y="991"/>
                <a:ext cx="48" cy="52"/>
              </a:xfrm>
              <a:custGeom>
                <a:avLst/>
                <a:gdLst/>
                <a:ahLst/>
                <a:cxnLst/>
                <a:rect l="l" t="t" r="r" b="b"/>
                <a:pathLst>
                  <a:path w="32" h="35" extrusionOk="0">
                    <a:moveTo>
                      <a:pt x="16" y="0"/>
                    </a:moveTo>
                    <a:cubicBezTo>
                      <a:pt x="27" y="0"/>
                      <a:pt x="32" y="8"/>
                      <a:pt x="32" y="18"/>
                    </a:cubicBezTo>
                    <a:cubicBezTo>
                      <a:pt x="32" y="27"/>
                      <a:pt x="27" y="35"/>
                      <a:pt x="16" y="35"/>
                    </a:cubicBezTo>
                    <a:cubicBezTo>
                      <a:pt x="5" y="35"/>
                      <a:pt x="0" y="27"/>
                      <a:pt x="0" y="18"/>
                    </a:cubicBezTo>
                    <a:cubicBezTo>
                      <a:pt x="0" y="8"/>
                      <a:pt x="5" y="0"/>
                      <a:pt x="16" y="0"/>
                    </a:cubicBezTo>
                    <a:close/>
                    <a:moveTo>
                      <a:pt x="16" y="32"/>
                    </a:moveTo>
                    <a:cubicBezTo>
                      <a:pt x="24" y="32"/>
                      <a:pt x="28" y="24"/>
                      <a:pt x="28" y="18"/>
                    </a:cubicBezTo>
                    <a:cubicBezTo>
                      <a:pt x="28" y="11"/>
                      <a:pt x="24" y="4"/>
                      <a:pt x="16" y="4"/>
                    </a:cubicBezTo>
                    <a:cubicBezTo>
                      <a:pt x="8" y="4"/>
                      <a:pt x="4" y="11"/>
                      <a:pt x="4" y="18"/>
                    </a:cubicBezTo>
                    <a:cubicBezTo>
                      <a:pt x="4" y="24"/>
                      <a:pt x="8" y="32"/>
                      <a:pt x="16" y="3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37" name="Google Shape;137;p13"/>
              <p:cNvSpPr/>
              <p:nvPr/>
            </p:nvSpPr>
            <p:spPr>
              <a:xfrm>
                <a:off x="1196" y="993"/>
                <a:ext cx="33" cy="50"/>
              </a:xfrm>
              <a:custGeom>
                <a:avLst/>
                <a:gdLst/>
                <a:ahLst/>
                <a:cxnLst/>
                <a:rect l="l" t="t" r="r" b="b"/>
                <a:pathLst>
                  <a:path w="33" h="50" extrusionOk="0">
                    <a:moveTo>
                      <a:pt x="0" y="0"/>
                    </a:moveTo>
                    <a:lnTo>
                      <a:pt x="6" y="0"/>
                    </a:lnTo>
                    <a:lnTo>
                      <a:pt x="6" y="44"/>
                    </a:lnTo>
                    <a:lnTo>
                      <a:pt x="33" y="44"/>
                    </a:lnTo>
                    <a:lnTo>
                      <a:pt x="33" y="50"/>
                    </a:lnTo>
                    <a:lnTo>
                      <a:pt x="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38" name="Google Shape;138;p13"/>
              <p:cNvSpPr/>
              <p:nvPr/>
            </p:nvSpPr>
            <p:spPr>
              <a:xfrm>
                <a:off x="1233" y="991"/>
                <a:ext cx="49" cy="52"/>
              </a:xfrm>
              <a:custGeom>
                <a:avLst/>
                <a:gdLst/>
                <a:ahLst/>
                <a:cxnLst/>
                <a:rect l="l" t="t" r="r" b="b"/>
                <a:pathLst>
                  <a:path w="33" h="35" extrusionOk="0">
                    <a:moveTo>
                      <a:pt x="16" y="0"/>
                    </a:moveTo>
                    <a:cubicBezTo>
                      <a:pt x="27" y="0"/>
                      <a:pt x="33" y="8"/>
                      <a:pt x="33" y="18"/>
                    </a:cubicBezTo>
                    <a:cubicBezTo>
                      <a:pt x="33" y="27"/>
                      <a:pt x="27" y="35"/>
                      <a:pt x="16" y="35"/>
                    </a:cubicBezTo>
                    <a:cubicBezTo>
                      <a:pt x="6" y="35"/>
                      <a:pt x="0" y="27"/>
                      <a:pt x="0" y="18"/>
                    </a:cubicBezTo>
                    <a:cubicBezTo>
                      <a:pt x="0" y="8"/>
                      <a:pt x="6" y="0"/>
                      <a:pt x="16" y="0"/>
                    </a:cubicBezTo>
                    <a:close/>
                    <a:moveTo>
                      <a:pt x="16" y="32"/>
                    </a:moveTo>
                    <a:cubicBezTo>
                      <a:pt x="25" y="32"/>
                      <a:pt x="28" y="24"/>
                      <a:pt x="28" y="18"/>
                    </a:cubicBezTo>
                    <a:cubicBezTo>
                      <a:pt x="28" y="11"/>
                      <a:pt x="25" y="4"/>
                      <a:pt x="16" y="4"/>
                    </a:cubicBezTo>
                    <a:cubicBezTo>
                      <a:pt x="8" y="4"/>
                      <a:pt x="5" y="11"/>
                      <a:pt x="5" y="18"/>
                    </a:cubicBezTo>
                    <a:cubicBezTo>
                      <a:pt x="5" y="24"/>
                      <a:pt x="8" y="32"/>
                      <a:pt x="16" y="3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39" name="Google Shape;139;p13"/>
              <p:cNvSpPr/>
              <p:nvPr/>
            </p:nvSpPr>
            <p:spPr>
              <a:xfrm>
                <a:off x="1289" y="991"/>
                <a:ext cx="46" cy="52"/>
              </a:xfrm>
              <a:custGeom>
                <a:avLst/>
                <a:gdLst/>
                <a:ahLst/>
                <a:cxnLst/>
                <a:rect l="l" t="t" r="r" b="b"/>
                <a:pathLst>
                  <a:path w="31" h="35" extrusionOk="0">
                    <a:moveTo>
                      <a:pt x="27" y="30"/>
                    </a:moveTo>
                    <a:cubicBezTo>
                      <a:pt x="25" y="34"/>
                      <a:pt x="20" y="35"/>
                      <a:pt x="16" y="35"/>
                    </a:cubicBezTo>
                    <a:cubicBezTo>
                      <a:pt x="6" y="35"/>
                      <a:pt x="0" y="27"/>
                      <a:pt x="0" y="18"/>
                    </a:cubicBezTo>
                    <a:cubicBezTo>
                      <a:pt x="0" y="8"/>
                      <a:pt x="6" y="0"/>
                      <a:pt x="16" y="0"/>
                    </a:cubicBezTo>
                    <a:cubicBezTo>
                      <a:pt x="24" y="0"/>
                      <a:pt x="30" y="3"/>
                      <a:pt x="31" y="11"/>
                    </a:cubicBezTo>
                    <a:cubicBezTo>
                      <a:pt x="26" y="11"/>
                      <a:pt x="26" y="11"/>
                      <a:pt x="26" y="11"/>
                    </a:cubicBezTo>
                    <a:cubicBezTo>
                      <a:pt x="25" y="6"/>
                      <a:pt x="21" y="4"/>
                      <a:pt x="16" y="4"/>
                    </a:cubicBezTo>
                    <a:cubicBezTo>
                      <a:pt x="8" y="4"/>
                      <a:pt x="5" y="11"/>
                      <a:pt x="5" y="18"/>
                    </a:cubicBezTo>
                    <a:cubicBezTo>
                      <a:pt x="5" y="25"/>
                      <a:pt x="9" y="32"/>
                      <a:pt x="16" y="32"/>
                    </a:cubicBezTo>
                    <a:cubicBezTo>
                      <a:pt x="23" y="32"/>
                      <a:pt x="27" y="27"/>
                      <a:pt x="27" y="21"/>
                    </a:cubicBezTo>
                    <a:cubicBezTo>
                      <a:pt x="16" y="21"/>
                      <a:pt x="16" y="21"/>
                      <a:pt x="16" y="21"/>
                    </a:cubicBezTo>
                    <a:cubicBezTo>
                      <a:pt x="16" y="17"/>
                      <a:pt x="16" y="17"/>
                      <a:pt x="16" y="17"/>
                    </a:cubicBezTo>
                    <a:cubicBezTo>
                      <a:pt x="31" y="17"/>
                      <a:pt x="31" y="17"/>
                      <a:pt x="31" y="17"/>
                    </a:cubicBezTo>
                    <a:cubicBezTo>
                      <a:pt x="31" y="35"/>
                      <a:pt x="31" y="35"/>
                      <a:pt x="31" y="35"/>
                    </a:cubicBezTo>
                    <a:cubicBezTo>
                      <a:pt x="28" y="35"/>
                      <a:pt x="28" y="35"/>
                      <a:pt x="28" y="35"/>
                    </a:cubicBezTo>
                    <a:lnTo>
                      <a:pt x="27" y="3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40" name="Google Shape;140;p13"/>
              <p:cNvSpPr/>
              <p:nvPr/>
            </p:nvSpPr>
            <p:spPr>
              <a:xfrm>
                <a:off x="1349" y="993"/>
                <a:ext cx="0" cy="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41" name="Google Shape;141;p13"/>
              <p:cNvSpPr/>
              <p:nvPr/>
            </p:nvSpPr>
            <p:spPr>
              <a:xfrm>
                <a:off x="1368" y="993"/>
                <a:ext cx="35" cy="50"/>
              </a:xfrm>
              <a:custGeom>
                <a:avLst/>
                <a:gdLst/>
                <a:ahLst/>
                <a:cxnLst/>
                <a:rect l="l" t="t" r="r" b="b"/>
                <a:pathLst>
                  <a:path w="35" h="50" extrusionOk="0">
                    <a:moveTo>
                      <a:pt x="0" y="0"/>
                    </a:moveTo>
                    <a:lnTo>
                      <a:pt x="35" y="0"/>
                    </a:lnTo>
                    <a:lnTo>
                      <a:pt x="35" y="5"/>
                    </a:lnTo>
                    <a:lnTo>
                      <a:pt x="7" y="5"/>
                    </a:lnTo>
                    <a:lnTo>
                      <a:pt x="7" y="20"/>
                    </a:lnTo>
                    <a:lnTo>
                      <a:pt x="33" y="20"/>
                    </a:lnTo>
                    <a:lnTo>
                      <a:pt x="33" y="26"/>
                    </a:lnTo>
                    <a:lnTo>
                      <a:pt x="7" y="26"/>
                    </a:lnTo>
                    <a:lnTo>
                      <a:pt x="7" y="44"/>
                    </a:lnTo>
                    <a:lnTo>
                      <a:pt x="35" y="44"/>
                    </a:lnTo>
                    <a:lnTo>
                      <a:pt x="35" y="50"/>
                    </a:lnTo>
                    <a:lnTo>
                      <a:pt x="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42" name="Google Shape;142;p13"/>
              <p:cNvSpPr/>
              <p:nvPr/>
            </p:nvSpPr>
            <p:spPr>
              <a:xfrm>
                <a:off x="1411" y="991"/>
                <a:ext cx="40" cy="52"/>
              </a:xfrm>
              <a:custGeom>
                <a:avLst/>
                <a:gdLst/>
                <a:ahLst/>
                <a:cxnLst/>
                <a:rect l="l" t="t" r="r" b="b"/>
                <a:pathLst>
                  <a:path w="27" h="35" extrusionOk="0">
                    <a:moveTo>
                      <a:pt x="22" y="11"/>
                    </a:moveTo>
                    <a:cubicBezTo>
                      <a:pt x="21" y="6"/>
                      <a:pt x="18" y="4"/>
                      <a:pt x="13" y="4"/>
                    </a:cubicBezTo>
                    <a:cubicBezTo>
                      <a:pt x="9" y="4"/>
                      <a:pt x="6" y="5"/>
                      <a:pt x="6" y="10"/>
                    </a:cubicBezTo>
                    <a:cubicBezTo>
                      <a:pt x="6" y="14"/>
                      <a:pt x="11" y="14"/>
                      <a:pt x="16" y="16"/>
                    </a:cubicBezTo>
                    <a:cubicBezTo>
                      <a:pt x="22" y="17"/>
                      <a:pt x="27" y="19"/>
                      <a:pt x="27" y="25"/>
                    </a:cubicBezTo>
                    <a:cubicBezTo>
                      <a:pt x="27" y="32"/>
                      <a:pt x="20" y="35"/>
                      <a:pt x="14" y="35"/>
                    </a:cubicBezTo>
                    <a:cubicBezTo>
                      <a:pt x="6" y="35"/>
                      <a:pt x="0" y="32"/>
                      <a:pt x="0" y="23"/>
                    </a:cubicBezTo>
                    <a:cubicBezTo>
                      <a:pt x="4" y="23"/>
                      <a:pt x="4" y="23"/>
                      <a:pt x="4" y="23"/>
                    </a:cubicBezTo>
                    <a:cubicBezTo>
                      <a:pt x="4" y="29"/>
                      <a:pt x="9" y="32"/>
                      <a:pt x="14" y="32"/>
                    </a:cubicBezTo>
                    <a:cubicBezTo>
                      <a:pt x="18" y="32"/>
                      <a:pt x="23" y="30"/>
                      <a:pt x="23" y="25"/>
                    </a:cubicBezTo>
                    <a:cubicBezTo>
                      <a:pt x="23" y="21"/>
                      <a:pt x="17" y="20"/>
                      <a:pt x="12" y="19"/>
                    </a:cubicBezTo>
                    <a:cubicBezTo>
                      <a:pt x="7" y="18"/>
                      <a:pt x="1" y="16"/>
                      <a:pt x="1" y="10"/>
                    </a:cubicBezTo>
                    <a:cubicBezTo>
                      <a:pt x="1" y="3"/>
                      <a:pt x="7" y="0"/>
                      <a:pt x="13" y="0"/>
                    </a:cubicBezTo>
                    <a:cubicBezTo>
                      <a:pt x="20" y="0"/>
                      <a:pt x="26" y="3"/>
                      <a:pt x="26" y="11"/>
                    </a:cubicBezTo>
                    <a:lnTo>
                      <a:pt x="22" y="1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43" name="Google Shape;143;p13"/>
              <p:cNvSpPr/>
              <p:nvPr/>
            </p:nvSpPr>
            <p:spPr>
              <a:xfrm>
                <a:off x="1484" y="993"/>
                <a:ext cx="32" cy="50"/>
              </a:xfrm>
              <a:custGeom>
                <a:avLst/>
                <a:gdLst/>
                <a:ahLst/>
                <a:cxnLst/>
                <a:rect l="l" t="t" r="r" b="b"/>
                <a:pathLst>
                  <a:path w="32" h="50" extrusionOk="0">
                    <a:moveTo>
                      <a:pt x="0" y="0"/>
                    </a:moveTo>
                    <a:lnTo>
                      <a:pt x="5" y="0"/>
                    </a:lnTo>
                    <a:lnTo>
                      <a:pt x="5" y="44"/>
                    </a:lnTo>
                    <a:lnTo>
                      <a:pt x="32" y="44"/>
                    </a:lnTo>
                    <a:lnTo>
                      <a:pt x="32" y="50"/>
                    </a:lnTo>
                    <a:lnTo>
                      <a:pt x="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44" name="Google Shape;144;p13"/>
              <p:cNvSpPr/>
              <p:nvPr/>
            </p:nvSpPr>
            <p:spPr>
              <a:xfrm>
                <a:off x="1513" y="993"/>
                <a:ext cx="40" cy="50"/>
              </a:xfrm>
              <a:custGeom>
                <a:avLst/>
                <a:gdLst/>
                <a:ahLst/>
                <a:cxnLst/>
                <a:rect l="l" t="t" r="r" b="b"/>
                <a:pathLst>
                  <a:path w="40" h="50" extrusionOk="0">
                    <a:moveTo>
                      <a:pt x="17" y="5"/>
                    </a:moveTo>
                    <a:lnTo>
                      <a:pt x="0" y="5"/>
                    </a:lnTo>
                    <a:lnTo>
                      <a:pt x="0" y="0"/>
                    </a:lnTo>
                    <a:lnTo>
                      <a:pt x="40" y="0"/>
                    </a:lnTo>
                    <a:lnTo>
                      <a:pt x="40" y="5"/>
                    </a:lnTo>
                    <a:lnTo>
                      <a:pt x="24" y="5"/>
                    </a:lnTo>
                    <a:lnTo>
                      <a:pt x="24" y="50"/>
                    </a:lnTo>
                    <a:lnTo>
                      <a:pt x="17" y="50"/>
                    </a:lnTo>
                    <a:lnTo>
                      <a:pt x="17" y="5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45" name="Google Shape;145;p13"/>
              <p:cNvSpPr/>
              <p:nvPr/>
            </p:nvSpPr>
            <p:spPr>
              <a:xfrm>
                <a:off x="1561" y="993"/>
                <a:ext cx="41" cy="50"/>
              </a:xfrm>
              <a:custGeom>
                <a:avLst/>
                <a:gdLst/>
                <a:ahLst/>
                <a:cxnLst/>
                <a:rect l="l" t="t" r="r" b="b"/>
                <a:pathLst>
                  <a:path w="28" h="34" extrusionOk="0">
                    <a:moveTo>
                      <a:pt x="0" y="0"/>
                    </a:moveTo>
                    <a:cubicBezTo>
                      <a:pt x="12" y="0"/>
                      <a:pt x="12" y="0"/>
                      <a:pt x="12" y="0"/>
                    </a:cubicBezTo>
                    <a:cubicBezTo>
                      <a:pt x="22" y="0"/>
                      <a:pt x="28" y="5"/>
                      <a:pt x="28" y="16"/>
                    </a:cubicBezTo>
                    <a:cubicBezTo>
                      <a:pt x="28" y="27"/>
                      <a:pt x="23" y="34"/>
                      <a:pt x="12" y="34"/>
                    </a:cubicBezTo>
                    <a:cubicBezTo>
                      <a:pt x="0" y="34"/>
                      <a:pt x="0" y="34"/>
                      <a:pt x="0" y="34"/>
                    </a:cubicBezTo>
                    <a:lnTo>
                      <a:pt x="0" y="0"/>
                    </a:lnTo>
                    <a:close/>
                    <a:moveTo>
                      <a:pt x="5" y="30"/>
                    </a:moveTo>
                    <a:cubicBezTo>
                      <a:pt x="12" y="30"/>
                      <a:pt x="12" y="30"/>
                      <a:pt x="12" y="30"/>
                    </a:cubicBezTo>
                    <a:cubicBezTo>
                      <a:pt x="15" y="30"/>
                      <a:pt x="24" y="29"/>
                      <a:pt x="24" y="16"/>
                    </a:cubicBezTo>
                    <a:cubicBezTo>
                      <a:pt x="24" y="8"/>
                      <a:pt x="21" y="4"/>
                      <a:pt x="12" y="4"/>
                    </a:cubicBezTo>
                    <a:cubicBezTo>
                      <a:pt x="5" y="4"/>
                      <a:pt x="5" y="4"/>
                      <a:pt x="5" y="4"/>
                    </a:cubicBezTo>
                    <a:lnTo>
                      <a:pt x="5" y="3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  <p:sp>
            <p:nvSpPr>
              <p:cNvPr id="146" name="Google Shape;146;p13"/>
              <p:cNvSpPr/>
              <p:nvPr/>
            </p:nvSpPr>
            <p:spPr>
              <a:xfrm>
                <a:off x="1589" y="803"/>
                <a:ext cx="2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7" h="17" extrusionOk="0">
                    <a:moveTo>
                      <a:pt x="8" y="0"/>
                    </a:moveTo>
                    <a:cubicBezTo>
                      <a:pt x="13" y="0"/>
                      <a:pt x="17" y="3"/>
                      <a:pt x="17" y="8"/>
                    </a:cubicBezTo>
                    <a:cubicBezTo>
                      <a:pt x="17" y="13"/>
                      <a:pt x="13" y="17"/>
                      <a:pt x="8" y="17"/>
                    </a:cubicBezTo>
                    <a:cubicBezTo>
                      <a:pt x="4" y="17"/>
                      <a:pt x="0" y="13"/>
                      <a:pt x="0" y="8"/>
                    </a:cubicBezTo>
                    <a:cubicBezTo>
                      <a:pt x="0" y="3"/>
                      <a:pt x="4" y="0"/>
                      <a:pt x="8" y="0"/>
                    </a:cubicBezTo>
                    <a:close/>
                    <a:moveTo>
                      <a:pt x="8" y="16"/>
                    </a:moveTo>
                    <a:cubicBezTo>
                      <a:pt x="12" y="16"/>
                      <a:pt x="15" y="12"/>
                      <a:pt x="15" y="8"/>
                    </a:cubicBezTo>
                    <a:cubicBezTo>
                      <a:pt x="15" y="4"/>
                      <a:pt x="12" y="1"/>
                      <a:pt x="8" y="1"/>
                    </a:cubicBezTo>
                    <a:cubicBezTo>
                      <a:pt x="4" y="1"/>
                      <a:pt x="1" y="4"/>
                      <a:pt x="1" y="8"/>
                    </a:cubicBezTo>
                    <a:cubicBezTo>
                      <a:pt x="1" y="12"/>
                      <a:pt x="4" y="16"/>
                      <a:pt x="8" y="16"/>
                    </a:cubicBezTo>
                    <a:close/>
                    <a:moveTo>
                      <a:pt x="5" y="3"/>
                    </a:moveTo>
                    <a:cubicBezTo>
                      <a:pt x="9" y="3"/>
                      <a:pt x="9" y="3"/>
                      <a:pt x="9" y="3"/>
                    </a:cubicBezTo>
                    <a:cubicBezTo>
                      <a:pt x="11" y="3"/>
                      <a:pt x="12" y="4"/>
                      <a:pt x="12" y="6"/>
                    </a:cubicBezTo>
                    <a:cubicBezTo>
                      <a:pt x="12" y="8"/>
                      <a:pt x="11" y="9"/>
                      <a:pt x="10" y="9"/>
                    </a:cubicBezTo>
                    <a:cubicBezTo>
                      <a:pt x="13" y="13"/>
                      <a:pt x="13" y="13"/>
                      <a:pt x="13" y="13"/>
                    </a:cubicBezTo>
                    <a:cubicBezTo>
                      <a:pt x="11" y="13"/>
                      <a:pt x="11" y="13"/>
                      <a:pt x="11" y="13"/>
                    </a:cubicBezTo>
                    <a:cubicBezTo>
                      <a:pt x="8" y="9"/>
                      <a:pt x="8" y="9"/>
                      <a:pt x="8" y="9"/>
                    </a:cubicBezTo>
                    <a:cubicBezTo>
                      <a:pt x="7" y="9"/>
                      <a:pt x="7" y="9"/>
                      <a:pt x="7" y="9"/>
                    </a:cubicBezTo>
                    <a:cubicBezTo>
                      <a:pt x="7" y="13"/>
                      <a:pt x="7" y="13"/>
                      <a:pt x="7" y="13"/>
                    </a:cubicBezTo>
                    <a:cubicBezTo>
                      <a:pt x="5" y="13"/>
                      <a:pt x="5" y="13"/>
                      <a:pt x="5" y="13"/>
                    </a:cubicBezTo>
                    <a:lnTo>
                      <a:pt x="5" y="3"/>
                    </a:lnTo>
                    <a:close/>
                    <a:moveTo>
                      <a:pt x="7" y="8"/>
                    </a:moveTo>
                    <a:cubicBezTo>
                      <a:pt x="8" y="8"/>
                      <a:pt x="8" y="8"/>
                      <a:pt x="8" y="8"/>
                    </a:cubicBezTo>
                    <a:cubicBezTo>
                      <a:pt x="10" y="8"/>
                      <a:pt x="11" y="8"/>
                      <a:pt x="11" y="6"/>
                    </a:cubicBezTo>
                    <a:cubicBezTo>
                      <a:pt x="11" y="5"/>
                      <a:pt x="10" y="4"/>
                      <a:pt x="9" y="4"/>
                    </a:cubicBezTo>
                    <a:cubicBezTo>
                      <a:pt x="7" y="4"/>
                      <a:pt x="7" y="4"/>
                      <a:pt x="7" y="4"/>
                    </a:cubicBezTo>
                    <a:lnTo>
                      <a:pt x="7" y="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400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</p:grpSp>
      </p:grpSp>
      <p:sp>
        <p:nvSpPr>
          <p:cNvPr id="147" name="Google Shape;147;p13"/>
          <p:cNvSpPr txBox="1"/>
          <p:nvPr/>
        </p:nvSpPr>
        <p:spPr>
          <a:xfrm>
            <a:off x="349681" y="6556248"/>
            <a:ext cx="3681900" cy="3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Noto Sans Symbols"/>
              <a:buNone/>
            </a:pPr>
            <a:r>
              <a:rPr lang="iw-IL" sz="1000" b="0" u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Check Point Software Technologies Ltd. </a:t>
            </a:r>
            <a:endParaRPr sz="1000" b="0" u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3"/>
          <p:cNvSpPr txBox="1">
            <a:spLocks noGrp="1"/>
          </p:cNvSpPr>
          <p:nvPr>
            <p:ph type="subTitle" idx="1"/>
          </p:nvPr>
        </p:nvSpPr>
        <p:spPr>
          <a:xfrm>
            <a:off x="485820" y="5114995"/>
            <a:ext cx="58065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 rtl="0">
              <a:lnSpc>
                <a:spcPct val="126952"/>
              </a:lnSpc>
              <a:spcBef>
                <a:spcPts val="0"/>
              </a:spcBef>
              <a:spcAft>
                <a:spcPts val="0"/>
              </a:spcAft>
              <a:buSzPts val="1785"/>
              <a:buNone/>
              <a:defRPr sz="2100" b="0" i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 rtl="0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SzPts val="2400"/>
              <a:buNone/>
              <a:defRPr>
                <a:solidFill>
                  <a:srgbClr val="FBE8ED"/>
                </a:solidFill>
              </a:defRPr>
            </a:lvl2pPr>
            <a:lvl3pPr lvl="2" algn="ctr" rtl="0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>
                <a:solidFill>
                  <a:srgbClr val="FBE8ED"/>
                </a:solidFill>
              </a:defRPr>
            </a:lvl3pPr>
            <a:lvl4pPr lvl="3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>
                <a:solidFill>
                  <a:srgbClr val="FBE8ED"/>
                </a:solidFill>
              </a:defRPr>
            </a:lvl4pPr>
            <a:lvl5pPr lvl="4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600"/>
              <a:buNone/>
              <a:defRPr>
                <a:solidFill>
                  <a:srgbClr val="FBE8ED"/>
                </a:solidFill>
              </a:defRPr>
            </a:lvl5pPr>
            <a:lvl6pPr lvl="5" algn="ctr" rtl="0">
              <a:spcBef>
                <a:spcPts val="420"/>
              </a:spcBef>
              <a:spcAft>
                <a:spcPts val="0"/>
              </a:spcAft>
              <a:buSzPts val="2100"/>
              <a:buFont typeface="Calibri"/>
              <a:buNone/>
              <a:defRPr>
                <a:solidFill>
                  <a:srgbClr val="FBE8ED"/>
                </a:solidFill>
              </a:defRPr>
            </a:lvl6pPr>
            <a:lvl7pPr lvl="6" algn="ctr" rtl="0">
              <a:spcBef>
                <a:spcPts val="420"/>
              </a:spcBef>
              <a:spcAft>
                <a:spcPts val="0"/>
              </a:spcAft>
              <a:buSzPts val="2100"/>
              <a:buFont typeface="Calibri"/>
              <a:buNone/>
              <a:defRPr>
                <a:solidFill>
                  <a:srgbClr val="FBE8ED"/>
                </a:solidFill>
              </a:defRPr>
            </a:lvl7pPr>
            <a:lvl8pPr lvl="7" algn="ctr" rtl="0">
              <a:spcBef>
                <a:spcPts val="420"/>
              </a:spcBef>
              <a:spcAft>
                <a:spcPts val="0"/>
              </a:spcAft>
              <a:buSzPts val="2100"/>
              <a:buFont typeface="Calibri"/>
              <a:buNone/>
              <a:defRPr>
                <a:solidFill>
                  <a:srgbClr val="FBE8ED"/>
                </a:solidFill>
              </a:defRPr>
            </a:lvl8pPr>
            <a:lvl9pPr lvl="8" algn="ctr" rtl="0">
              <a:spcBef>
                <a:spcPts val="420"/>
              </a:spcBef>
              <a:spcAft>
                <a:spcPts val="0"/>
              </a:spcAft>
              <a:buSzPts val="2100"/>
              <a:buFont typeface="Calibri"/>
              <a:buNone/>
              <a:defRPr>
                <a:solidFill>
                  <a:srgbClr val="FBE8ED"/>
                </a:solidFill>
              </a:defRPr>
            </a:lvl9pPr>
          </a:lstStyle>
          <a:p>
            <a:endParaRPr/>
          </a:p>
        </p:txBody>
      </p:sp>
      <p:sp>
        <p:nvSpPr>
          <p:cNvPr id="149" name="Google Shape;149;p13"/>
          <p:cNvSpPr txBox="1">
            <a:spLocks noGrp="1"/>
          </p:cNvSpPr>
          <p:nvPr>
            <p:ph type="body" idx="2"/>
          </p:nvPr>
        </p:nvSpPr>
        <p:spPr>
          <a:xfrm>
            <a:off x="478198" y="3229665"/>
            <a:ext cx="5806500" cy="9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SzPts val="2720"/>
              <a:buFont typeface="Arial"/>
              <a:buNone/>
              <a:defRPr sz="3200" b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 rtl="0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SzPts val="2400"/>
              <a:buNone/>
              <a:defRPr/>
            </a:lvl2pPr>
            <a:lvl3pPr marL="1371600" lvl="2" indent="-228600" algn="l" rtl="0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600"/>
              <a:buNone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150" name="Google Shape;150;p13"/>
          <p:cNvSpPr txBox="1">
            <a:spLocks noGrp="1"/>
          </p:cNvSpPr>
          <p:nvPr>
            <p:ph type="body" idx="3"/>
          </p:nvPr>
        </p:nvSpPr>
        <p:spPr>
          <a:xfrm>
            <a:off x="478198" y="2158451"/>
            <a:ext cx="5806500" cy="10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Font typeface="Calibri"/>
              <a:buNone/>
              <a:defRPr sz="4000" b="1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 rtl="0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algn="l" rtl="0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pic>
        <p:nvPicPr>
          <p:cNvPr id="151" name="Google Shape;151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09591" y="5807590"/>
            <a:ext cx="2446585" cy="733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tandard title and bullets">
  <p:cSld name="3_Standard title and bullets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4"/>
          <p:cNvSpPr txBox="1">
            <a:spLocks noGrp="1"/>
          </p:cNvSpPr>
          <p:nvPr>
            <p:ph type="body" idx="1"/>
          </p:nvPr>
        </p:nvSpPr>
        <p:spPr>
          <a:xfrm>
            <a:off x="583226" y="1457960"/>
            <a:ext cx="11003700" cy="4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  <a:defRPr sz="2400"/>
            </a:lvl1pPr>
            <a:lvl2pPr marL="914400" lvl="1" indent="-368300" algn="l" rtl="0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SzPts val="2200"/>
              <a:buChar char="○"/>
              <a:defRPr sz="2200"/>
            </a:lvl2pPr>
            <a:lvl3pPr marL="1371600" lvl="2" indent="-355600" algn="l" rtl="0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SzPts val="2000"/>
              <a:buChar char="■"/>
              <a:defRPr sz="2000"/>
            </a:lvl3pPr>
            <a:lvl4pPr marL="1828800" lvl="3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154" name="Google Shape;154;p14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accent1"/>
                </a:solidFill>
              </a:defRPr>
            </a:lvl1pPr>
            <a:lvl2pPr lvl="1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aise Hands">
  <p:cSld name="Raise Hands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5"/>
          <p:cNvSpPr txBox="1">
            <a:spLocks noGrp="1"/>
          </p:cNvSpPr>
          <p:nvPr>
            <p:ph type="body" idx="1"/>
          </p:nvPr>
        </p:nvSpPr>
        <p:spPr>
          <a:xfrm>
            <a:off x="583226" y="1457960"/>
            <a:ext cx="11003700" cy="4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5755" algn="l" rtl="0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SzPts val="1530"/>
              <a:buChar char="●"/>
              <a:defRPr/>
            </a:lvl1pPr>
            <a:lvl2pPr marL="914400" lvl="1" indent="-342900" algn="l" rtl="0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algn="l" rtl="0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157" name="Google Shape;157;p15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accent1"/>
                </a:solidFill>
              </a:defRPr>
            </a:lvl1pPr>
            <a:lvl2pPr lvl="1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pic>
        <p:nvPicPr>
          <p:cNvPr id="158" name="Google Shape;15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995102" y="792550"/>
            <a:ext cx="1183500" cy="11835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gue slide">
  <p:cSld name="Segue slide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6"/>
          <p:cNvSpPr/>
          <p:nvPr/>
        </p:nvSpPr>
        <p:spPr>
          <a:xfrm>
            <a:off x="10785109" y="0"/>
            <a:ext cx="690000" cy="6858000"/>
          </a:xfrm>
          <a:prstGeom prst="rect">
            <a:avLst/>
          </a:prstGeom>
          <a:solidFill>
            <a:srgbClr val="E45785">
              <a:alpha val="5686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6"/>
          <p:cNvSpPr/>
          <p:nvPr/>
        </p:nvSpPr>
        <p:spPr>
          <a:xfrm>
            <a:off x="1" y="0"/>
            <a:ext cx="111219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6"/>
          <p:cNvSpPr/>
          <p:nvPr/>
        </p:nvSpPr>
        <p:spPr>
          <a:xfrm>
            <a:off x="10785109" y="0"/>
            <a:ext cx="1049700" cy="6858000"/>
          </a:xfrm>
          <a:prstGeom prst="rect">
            <a:avLst/>
          </a:prstGeom>
          <a:solidFill>
            <a:srgbClr val="E45785">
              <a:alpha val="451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6"/>
          <p:cNvSpPr/>
          <p:nvPr/>
        </p:nvSpPr>
        <p:spPr>
          <a:xfrm>
            <a:off x="11020059" y="2469"/>
            <a:ext cx="1178100" cy="6858000"/>
          </a:xfrm>
          <a:prstGeom prst="rect">
            <a:avLst/>
          </a:prstGeom>
          <a:solidFill>
            <a:srgbClr val="E45785">
              <a:alpha val="349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w-IL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</p:txBody>
      </p:sp>
      <p:cxnSp>
        <p:nvCxnSpPr>
          <p:cNvPr id="164" name="Google Shape;164;p16"/>
          <p:cNvCxnSpPr/>
          <p:nvPr/>
        </p:nvCxnSpPr>
        <p:spPr>
          <a:xfrm>
            <a:off x="1" y="6541707"/>
            <a:ext cx="11116800" cy="0"/>
          </a:xfrm>
          <a:prstGeom prst="straightConnector1">
            <a:avLst/>
          </a:prstGeom>
          <a:solidFill>
            <a:schemeClr val="dk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5" name="Google Shape;165;p16"/>
          <p:cNvSpPr txBox="1"/>
          <p:nvPr/>
        </p:nvSpPr>
        <p:spPr>
          <a:xfrm>
            <a:off x="349681" y="6556248"/>
            <a:ext cx="3681900" cy="3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rPr lang="iw-IL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©2020 Check Point Software Technologies Ltd.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6"/>
          <p:cNvSpPr txBox="1">
            <a:spLocks noGrp="1"/>
          </p:cNvSpPr>
          <p:nvPr>
            <p:ph type="body" idx="1"/>
          </p:nvPr>
        </p:nvSpPr>
        <p:spPr>
          <a:xfrm>
            <a:off x="637345" y="2171235"/>
            <a:ext cx="9684900" cy="30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50"/>
              <a:buNone/>
              <a:defRPr sz="7000" b="0" cap="none">
                <a:solidFill>
                  <a:schemeClr val="dk1"/>
                </a:solidFill>
              </a:defRPr>
            </a:lvl1pPr>
            <a:lvl2pPr marL="914400" lvl="1" indent="-342900" algn="l" rtl="0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algn="l" rtl="0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600"/>
              <a:buNone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167" name="Google Shape;167;p16"/>
          <p:cNvSpPr txBox="1">
            <a:spLocks noGrp="1"/>
          </p:cNvSpPr>
          <p:nvPr>
            <p:ph type="body" idx="2"/>
          </p:nvPr>
        </p:nvSpPr>
        <p:spPr>
          <a:xfrm>
            <a:off x="614479" y="1306287"/>
            <a:ext cx="9684900" cy="8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50"/>
              <a:buNone/>
              <a:defRPr sz="7000" b="1">
                <a:solidFill>
                  <a:srgbClr val="C62556"/>
                </a:solidFill>
              </a:defRPr>
            </a:lvl1pPr>
            <a:lvl2pPr marL="914400" lvl="1" indent="-342900" algn="l" rtl="0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algn="l" rtl="0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600"/>
              <a:buNone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700"/>
              <a:buFont typeface="Merriweather"/>
              <a:buNone/>
              <a:defRPr sz="37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700"/>
              <a:buFont typeface="Merriweather"/>
              <a:buNone/>
              <a:defRPr sz="37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700"/>
              <a:buFont typeface="Merriweather"/>
              <a:buNone/>
              <a:defRPr sz="37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700"/>
              <a:buFont typeface="Merriweather"/>
              <a:buNone/>
              <a:defRPr sz="37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700"/>
              <a:buFont typeface="Merriweather"/>
              <a:buNone/>
              <a:defRPr sz="37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700"/>
              <a:buFont typeface="Merriweather"/>
              <a:buNone/>
              <a:defRPr sz="37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700"/>
              <a:buFont typeface="Merriweather"/>
              <a:buNone/>
              <a:defRPr sz="37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700"/>
              <a:buFont typeface="Merriweather"/>
              <a:buNone/>
              <a:defRPr sz="37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700"/>
              <a:buFont typeface="Merriweather"/>
              <a:buNone/>
              <a:defRPr sz="37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65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Char char="●"/>
              <a:defRPr sz="17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Char char="○"/>
              <a:defRPr sz="15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Char char="■"/>
              <a:defRPr sz="15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Char char="●"/>
              <a:defRPr sz="15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Char char="○"/>
              <a:defRPr sz="15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Char char="■"/>
              <a:defRPr sz="15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Char char="●"/>
              <a:defRPr sz="15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Char char="○"/>
              <a:defRPr sz="15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Char char="■"/>
              <a:defRPr sz="15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>
    <p:fade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7"/>
          <p:cNvSpPr txBox="1">
            <a:spLocks noGrp="1"/>
          </p:cNvSpPr>
          <p:nvPr>
            <p:ph type="ctrTitle"/>
          </p:nvPr>
        </p:nvSpPr>
        <p:spPr>
          <a:xfrm>
            <a:off x="415600" y="719633"/>
            <a:ext cx="11360700" cy="1710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/>
              <a:t>Filesystem in Linux</a:t>
            </a:r>
            <a:endParaRPr/>
          </a:p>
        </p:txBody>
      </p:sp>
      <p:sp>
        <p:nvSpPr>
          <p:cNvPr id="173" name="Google Shape;173;p17"/>
          <p:cNvSpPr txBox="1">
            <a:spLocks noGrp="1"/>
          </p:cNvSpPr>
          <p:nvPr>
            <p:ph type="subTitle" idx="1"/>
          </p:nvPr>
        </p:nvSpPr>
        <p:spPr>
          <a:xfrm>
            <a:off x="415600" y="2504747"/>
            <a:ext cx="5656800" cy="98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/>
              <a:t>it’s abstractions all the way down</a:t>
            </a:r>
            <a:endParaRPr/>
          </a:p>
        </p:txBody>
      </p:sp>
      <p:pic>
        <p:nvPicPr>
          <p:cNvPr id="174" name="Google Shape;174;p17"/>
          <p:cNvPicPr preferRelativeResize="0"/>
          <p:nvPr/>
        </p:nvPicPr>
        <p:blipFill rotWithShape="1">
          <a:blip r:embed="rId3">
            <a:alphaModFix/>
          </a:blip>
          <a:srcRect r="4853"/>
          <a:stretch/>
        </p:blipFill>
        <p:spPr>
          <a:xfrm>
            <a:off x="9520000" y="136100"/>
            <a:ext cx="2454950" cy="161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8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5400"/>
              <a:buFont typeface="Arial"/>
              <a:buNone/>
            </a:pPr>
            <a:r>
              <a:rPr lang="iw-IL"/>
              <a:t>We will talk about</a:t>
            </a:r>
            <a:endParaRPr sz="5400" b="1" i="0" u="none" strike="noStrike" cap="none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8"/>
          <p:cNvSpPr txBox="1">
            <a:spLocks noGrp="1"/>
          </p:cNvSpPr>
          <p:nvPr>
            <p:ph type="body" idx="1"/>
          </p:nvPr>
        </p:nvSpPr>
        <p:spPr>
          <a:xfrm>
            <a:off x="583226" y="1457960"/>
            <a:ext cx="11003700" cy="4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marR="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What are Kernel Modules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We will talk about each layer, bottom up: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The block-device layer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The volume manager layer [in a word]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The file-system layer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The VFS layer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EXT* file-system basics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inodes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Hardlinks, symlinks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9"/>
          <p:cNvSpPr txBox="1">
            <a:spLocks noGrp="1"/>
          </p:cNvSpPr>
          <p:nvPr>
            <p:ph type="body" idx="1"/>
          </p:nvPr>
        </p:nvSpPr>
        <p:spPr>
          <a:xfrm>
            <a:off x="583226" y="1457960"/>
            <a:ext cx="11003700" cy="467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The linux kernel can be extended in run time</a:t>
            </a:r>
            <a:endParaRPr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To do that, one can write a piece of code, compile it and insert it to the kernel</a:t>
            </a:r>
            <a:endParaRPr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These are called </a:t>
            </a:r>
            <a:r>
              <a:rPr lang="iw-IL" b="1"/>
              <a:t>Kernel Modules</a:t>
            </a:r>
            <a:endParaRPr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A kernel module is written in C code and is compiled to object files</a:t>
            </a:r>
            <a:endParaRPr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The kernel contains a runtime </a:t>
            </a:r>
            <a:r>
              <a:rPr lang="iw-IL" b="1"/>
              <a:t>linker</a:t>
            </a:r>
            <a:r>
              <a:rPr lang="iw-IL"/>
              <a:t> that links the kernel module to the running kernel</a:t>
            </a:r>
            <a:endParaRPr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Hence, once inserted, the kernel module can call every function inside the kernel</a:t>
            </a:r>
            <a:endParaRPr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A kernel module has a “main” function that is called once inserted</a:t>
            </a:r>
            <a:endParaRPr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In it, it can call various kernel functions</a:t>
            </a:r>
            <a:endParaRPr/>
          </a:p>
        </p:txBody>
      </p:sp>
      <p:sp>
        <p:nvSpPr>
          <p:cNvPr id="187" name="Google Shape;187;p19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/>
              <a:t>Kernel Modules	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0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5400"/>
              <a:buFont typeface="Arial"/>
              <a:buNone/>
            </a:pPr>
            <a:r>
              <a:rPr lang="iw-IL"/>
              <a:t>Can someone remind us</a:t>
            </a:r>
            <a:endParaRPr sz="5400" b="1" i="0" u="none" strike="noStrike" cap="none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20"/>
          <p:cNvSpPr txBox="1">
            <a:spLocks noGrp="1"/>
          </p:cNvSpPr>
          <p:nvPr>
            <p:ph type="body" idx="1"/>
          </p:nvPr>
        </p:nvSpPr>
        <p:spPr>
          <a:xfrm>
            <a:off x="583226" y="1457960"/>
            <a:ext cx="11003700" cy="4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60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w-IL" sz="2600"/>
              <a:t>What is the key concept of abstraction?</a:t>
            </a:r>
            <a:endParaRPr sz="260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60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w-IL" sz="2600"/>
              <a:t>Let’s try to think ourselves - You are implementing a kernel and you want to support several different hard drives hardwares. How would you do that?</a:t>
            </a:r>
            <a:endParaRPr sz="2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1"/>
          <p:cNvSpPr txBox="1">
            <a:spLocks noGrp="1"/>
          </p:cNvSpPr>
          <p:nvPr>
            <p:ph type="body" idx="1"/>
          </p:nvPr>
        </p:nvSpPr>
        <p:spPr>
          <a:xfrm>
            <a:off x="583226" y="1457960"/>
            <a:ext cx="11003700" cy="467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A kernel module can </a:t>
            </a:r>
            <a:r>
              <a:rPr lang="iw-IL" b="1"/>
              <a:t>register</a:t>
            </a:r>
            <a:r>
              <a:rPr lang="iw-IL"/>
              <a:t> to certain </a:t>
            </a:r>
            <a:r>
              <a:rPr lang="iw-IL" b="1"/>
              <a:t>interfaces</a:t>
            </a:r>
            <a:r>
              <a:rPr lang="iw-IL"/>
              <a:t> in the kernel, i.e.</a:t>
            </a:r>
            <a:endParaRPr b="1"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The kernel defines various interfaces</a:t>
            </a:r>
            <a:endParaRPr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A kernel module can implement an interface</a:t>
            </a:r>
            <a:endParaRPr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During module init, it can notify the kernel about it (register)</a:t>
            </a:r>
            <a:endParaRPr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For example, it can be registered as a </a:t>
            </a:r>
            <a:r>
              <a:rPr lang="iw-IL" b="1"/>
              <a:t>mouse device driver</a:t>
            </a:r>
            <a:endParaRPr b="1"/>
          </a:p>
          <a:p>
            <a:pPr marL="914400" lvl="1" indent="-368300" algn="l" rtl="0">
              <a:spcBef>
                <a:spcPts val="0"/>
              </a:spcBef>
              <a:spcAft>
                <a:spcPts val="1000"/>
              </a:spcAft>
              <a:buSzPts val="2200"/>
              <a:buChar char="○"/>
            </a:pPr>
            <a:r>
              <a:rPr lang="iw-IL"/>
              <a:t>Then, the kernel will use it to set the mouse pointer location </a:t>
            </a:r>
            <a:endParaRPr/>
          </a:p>
        </p:txBody>
      </p:sp>
      <p:sp>
        <p:nvSpPr>
          <p:cNvPr id="200" name="Google Shape;200;p21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/>
              <a:t>Device Drivers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2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5400"/>
              <a:buFont typeface="Arial"/>
              <a:buNone/>
            </a:pPr>
            <a:r>
              <a:rPr lang="iw-IL"/>
              <a:t>The Storage Drive</a:t>
            </a:r>
            <a:endParaRPr sz="5400" b="1" i="0" u="none" strike="noStrike" cap="none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2"/>
          <p:cNvSpPr txBox="1">
            <a:spLocks noGrp="1"/>
          </p:cNvSpPr>
          <p:nvPr>
            <p:ph type="body" idx="1"/>
          </p:nvPr>
        </p:nvSpPr>
        <p:spPr>
          <a:xfrm>
            <a:off x="583226" y="1457960"/>
            <a:ext cx="11003700" cy="4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marR="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On the lowest level, we have a storage drive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Just a bunch of bits (JBOB)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Every byte has an address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There are two common types of storage devices used: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Solid state drives, usually with flash storage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Hard-disks with magnetic disks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For disks, usual transfer rate of sequential read/write is 50MB/s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Solid state drives are usually 10x faster than hard-disks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Can you think why?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To cope with the latency, many caches are indtrocued</a:t>
            </a:r>
            <a:endParaRPr/>
          </a:p>
        </p:txBody>
      </p:sp>
      <p:pic>
        <p:nvPicPr>
          <p:cNvPr id="207" name="Google Shape;20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23000" y="13400"/>
            <a:ext cx="4068999" cy="2319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3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5400"/>
              <a:buFont typeface="Arial"/>
              <a:buNone/>
            </a:pPr>
            <a:r>
              <a:rPr lang="iw-IL"/>
              <a:t>The Storage Drive</a:t>
            </a:r>
            <a:endParaRPr sz="5400" b="1" i="0" u="none" strike="noStrike" cap="none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3"/>
          <p:cNvSpPr txBox="1">
            <a:spLocks noGrp="1"/>
          </p:cNvSpPr>
          <p:nvPr>
            <p:ph type="body" idx="1"/>
          </p:nvPr>
        </p:nvSpPr>
        <p:spPr>
          <a:xfrm>
            <a:off x="583226" y="1457960"/>
            <a:ext cx="11003700" cy="4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marR="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On Linux, any storage device is represented as </a:t>
            </a:r>
            <a:r>
              <a:rPr lang="iw-IL" b="1"/>
              <a:t>block device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Not all block devices have an actual hardware!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Block devices drivers export certain functionality inside the kernel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A block device has a </a:t>
            </a:r>
            <a:r>
              <a:rPr lang="iw-IL" b="1"/>
              <a:t>queue</a:t>
            </a:r>
            <a:r>
              <a:rPr lang="iw-IL"/>
              <a:t> of </a:t>
            </a:r>
            <a:r>
              <a:rPr lang="iw-IL" b="1"/>
              <a:t>Block IO (BIO)</a:t>
            </a:r>
            <a:r>
              <a:rPr lang="iw-IL"/>
              <a:t> requests 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Block device can be seen as an abstraction of a storage drive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SzPts val="2400"/>
              <a:buChar char="●"/>
            </a:pPr>
            <a:r>
              <a:rPr lang="iw-IL"/>
              <a:t>And like many other things in Linux, a block device has a file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4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5400"/>
              <a:buFont typeface="Arial"/>
              <a:buNone/>
            </a:pPr>
            <a:r>
              <a:rPr lang="iw-IL"/>
              <a:t>The Storage Drive</a:t>
            </a:r>
            <a:endParaRPr sz="5400" b="1" i="0" u="none" strike="noStrike" cap="none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24"/>
          <p:cNvSpPr txBox="1">
            <a:spLocks noGrp="1"/>
          </p:cNvSpPr>
          <p:nvPr>
            <p:ph type="body" idx="1"/>
          </p:nvPr>
        </p:nvSpPr>
        <p:spPr>
          <a:xfrm>
            <a:off x="583226" y="1457960"/>
            <a:ext cx="11003700" cy="4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marR="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The block device file allows referring to the specific block device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For example, in the </a:t>
            </a:r>
            <a:r>
              <a:rPr lang="iw-IL" b="1"/>
              <a:t>mount</a:t>
            </a:r>
            <a:r>
              <a:rPr lang="iw-IL"/>
              <a:t> syscall (see soon)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Things you can do with the block device file:</a:t>
            </a:r>
            <a:endParaRPr/>
          </a:p>
          <a:p>
            <a:pPr marL="91440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 b="1"/>
              <a:t>$</a:t>
            </a:r>
            <a:r>
              <a:rPr lang="iw-IL"/>
              <a:t> hexdump /dev/sda1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 b="1"/>
              <a:t>$ </a:t>
            </a:r>
            <a:r>
              <a:rPr lang="iw-IL"/>
              <a:t>cat /dev/cdrom &gt; ~/install_disk.iso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 b="1"/>
              <a:t>$ </a:t>
            </a:r>
            <a:r>
              <a:rPr lang="iw-IL"/>
              <a:t>cat ~/some.iso &gt; /dev/sdb1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 b="1"/>
              <a:t>$</a:t>
            </a:r>
            <a:r>
              <a:rPr lang="iw-IL"/>
              <a:t> cat /dev/sda &gt; /dev/sdb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Keep in mind: the block device driver has a more complicated interface then </a:t>
            </a:r>
            <a:r>
              <a:rPr lang="iw-IL" b="1"/>
              <a:t>read</a:t>
            </a:r>
            <a:r>
              <a:rPr lang="iw-IL"/>
              <a:t>/</a:t>
            </a:r>
            <a:r>
              <a:rPr lang="iw-IL" b="1"/>
              <a:t>write</a:t>
            </a:r>
            <a:endParaRPr b="1"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The block device entry file is nothing more than a syntactic sugar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5"/>
          <p:cNvSpPr/>
          <p:nvPr/>
        </p:nvSpPr>
        <p:spPr>
          <a:xfrm>
            <a:off x="1052500" y="1815400"/>
            <a:ext cx="9659100" cy="3917400"/>
          </a:xfrm>
          <a:prstGeom prst="roundRect">
            <a:avLst>
              <a:gd name="adj" fmla="val 5206"/>
            </a:avLst>
          </a:prstGeom>
          <a:solidFill>
            <a:schemeClr val="accent2"/>
          </a:solidFill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25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5400"/>
              <a:buFont typeface="Arial"/>
              <a:buNone/>
            </a:pPr>
            <a:r>
              <a:rPr lang="iw-IL"/>
              <a:t>Block Device Driver</a:t>
            </a:r>
            <a:endParaRPr sz="5400" b="1" i="0" u="none" strike="noStrike" cap="none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6" name="Google Shape;22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86395" y="5864325"/>
            <a:ext cx="1166163" cy="923701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5"/>
          <p:cNvSpPr/>
          <p:nvPr/>
        </p:nvSpPr>
        <p:spPr>
          <a:xfrm>
            <a:off x="6823319" y="2602100"/>
            <a:ext cx="3187500" cy="4722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struct </a:t>
            </a:r>
            <a:r>
              <a:rPr lang="iw-IL" b="1">
                <a:latin typeface="Consolas"/>
                <a:ea typeface="Consolas"/>
                <a:cs typeface="Consolas"/>
                <a:sym typeface="Consolas"/>
              </a:rPr>
              <a:t>blk_mq_ops</a:t>
            </a:r>
            <a:r>
              <a:rPr lang="iw-IL">
                <a:latin typeface="Consolas"/>
                <a:ea typeface="Consolas"/>
                <a:cs typeface="Consolas"/>
                <a:sym typeface="Consolas"/>
              </a:rPr>
              <a:t> *curr;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" name="Google Shape;228;p25"/>
          <p:cNvSpPr txBox="1"/>
          <p:nvPr/>
        </p:nvSpPr>
        <p:spPr>
          <a:xfrm>
            <a:off x="1156657" y="1408644"/>
            <a:ext cx="3125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 sz="1600" b="1">
                <a:latin typeface="Consolas"/>
                <a:ea typeface="Consolas"/>
                <a:cs typeface="Consolas"/>
                <a:sym typeface="Consolas"/>
              </a:rPr>
              <a:t>Kernel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" name="Google Shape;229;p25"/>
          <p:cNvSpPr/>
          <p:nvPr/>
        </p:nvSpPr>
        <p:spPr>
          <a:xfrm>
            <a:off x="1149175" y="2297300"/>
            <a:ext cx="5194500" cy="3303600"/>
          </a:xfrm>
          <a:prstGeom prst="roundRect">
            <a:avLst>
              <a:gd name="adj" fmla="val 11685"/>
            </a:avLst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25"/>
          <p:cNvSpPr txBox="1"/>
          <p:nvPr/>
        </p:nvSpPr>
        <p:spPr>
          <a:xfrm>
            <a:off x="1277950" y="2399250"/>
            <a:ext cx="5591700" cy="32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/**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 * struct blk_mq_ops - Callback functions that 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 * implements block driver behaviour.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 */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struct </a:t>
            </a:r>
            <a:r>
              <a:rPr lang="iw-IL" b="1">
                <a:latin typeface="Consolas"/>
                <a:ea typeface="Consolas"/>
                <a:cs typeface="Consolas"/>
                <a:sym typeface="Consolas"/>
              </a:rPr>
              <a:t>blk_mq_ops</a:t>
            </a:r>
            <a:r>
              <a:rPr lang="iw-IL">
                <a:latin typeface="Consolas"/>
                <a:ea typeface="Consolas"/>
                <a:cs typeface="Consolas"/>
                <a:sym typeface="Consolas"/>
              </a:rPr>
              <a:t> {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blk_status_t (*</a:t>
            </a:r>
            <a:r>
              <a:rPr lang="iw-IL" b="1">
                <a:latin typeface="Consolas"/>
                <a:ea typeface="Consolas"/>
                <a:cs typeface="Consolas"/>
                <a:sym typeface="Consolas"/>
              </a:rPr>
              <a:t>queue_rq</a:t>
            </a:r>
            <a:r>
              <a:rPr lang="iw-IL">
                <a:latin typeface="Consolas"/>
                <a:ea typeface="Consolas"/>
                <a:cs typeface="Consolas"/>
                <a:sym typeface="Consolas"/>
              </a:rPr>
              <a:t>)([...]);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int (*</a:t>
            </a:r>
            <a:r>
              <a:rPr lang="iw-IL" b="1">
                <a:latin typeface="Consolas"/>
                <a:ea typeface="Consolas"/>
                <a:cs typeface="Consolas"/>
                <a:sym typeface="Consolas"/>
              </a:rPr>
              <a:t>init_request</a:t>
            </a:r>
            <a:r>
              <a:rPr lang="iw-IL">
                <a:latin typeface="Consolas"/>
                <a:ea typeface="Consolas"/>
                <a:cs typeface="Consolas"/>
                <a:sym typeface="Consolas"/>
              </a:rPr>
              <a:t>)(struct request *, [...]);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void (*</a:t>
            </a:r>
            <a:r>
              <a:rPr lang="iw-IL" b="1">
                <a:latin typeface="Consolas"/>
                <a:ea typeface="Consolas"/>
                <a:cs typeface="Consolas"/>
                <a:sym typeface="Consolas"/>
              </a:rPr>
              <a:t>complete</a:t>
            </a:r>
            <a:r>
              <a:rPr lang="iw-IL">
                <a:latin typeface="Consolas"/>
                <a:ea typeface="Consolas"/>
                <a:cs typeface="Consolas"/>
                <a:sym typeface="Consolas"/>
              </a:rPr>
              <a:t>)(struct request *);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};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25"/>
          <p:cNvSpPr txBox="1"/>
          <p:nvPr/>
        </p:nvSpPr>
        <p:spPr>
          <a:xfrm>
            <a:off x="1217850" y="1940993"/>
            <a:ext cx="618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 b="1">
                <a:latin typeface="Consolas"/>
                <a:ea typeface="Consolas"/>
                <a:cs typeface="Consolas"/>
                <a:sym typeface="Consolas"/>
              </a:rPr>
              <a:t>file: blk-mq.h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6"/>
          <p:cNvSpPr/>
          <p:nvPr/>
        </p:nvSpPr>
        <p:spPr>
          <a:xfrm>
            <a:off x="1052500" y="1815400"/>
            <a:ext cx="9659100" cy="3917400"/>
          </a:xfrm>
          <a:prstGeom prst="roundRect">
            <a:avLst>
              <a:gd name="adj" fmla="val 5206"/>
            </a:avLst>
          </a:prstGeom>
          <a:solidFill>
            <a:schemeClr val="accent2"/>
          </a:solidFill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26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5400"/>
              <a:buFont typeface="Arial"/>
              <a:buNone/>
            </a:pPr>
            <a:r>
              <a:rPr lang="iw-IL"/>
              <a:t>Block Device Driver</a:t>
            </a:r>
            <a:endParaRPr sz="5400" b="1" i="0" u="none" strike="noStrike" cap="none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26"/>
          <p:cNvSpPr/>
          <p:nvPr/>
        </p:nvSpPr>
        <p:spPr>
          <a:xfrm>
            <a:off x="1224225" y="2262975"/>
            <a:ext cx="4164300" cy="3055500"/>
          </a:xfrm>
          <a:prstGeom prst="snip2DiagRect">
            <a:avLst>
              <a:gd name="adj1" fmla="val 0"/>
              <a:gd name="adj2" fmla="val 10533"/>
            </a:avLst>
          </a:prstGeom>
          <a:solidFill>
            <a:schemeClr val="accent3"/>
          </a:solidFill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void my_init_request() {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struct </a:t>
            </a:r>
            <a:r>
              <a:rPr lang="iw-IL" b="1">
                <a:latin typeface="Consolas"/>
                <a:ea typeface="Consolas"/>
                <a:cs typeface="Consolas"/>
                <a:sym typeface="Consolas"/>
              </a:rPr>
              <a:t>blk_mq_ops my_blkdev</a:t>
            </a:r>
            <a:r>
              <a:rPr lang="iw-IL">
                <a:latin typeface="Consolas"/>
                <a:ea typeface="Consolas"/>
                <a:cs typeface="Consolas"/>
                <a:sym typeface="Consolas"/>
              </a:rPr>
              <a:t> {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	.init_request = my_init_request;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};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void module_init() {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	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	</a:t>
            </a:r>
            <a:r>
              <a:rPr lang="iw-IL" b="1">
                <a:latin typeface="Consolas"/>
                <a:ea typeface="Consolas"/>
                <a:cs typeface="Consolas"/>
                <a:sym typeface="Consolas"/>
              </a:rPr>
              <a:t>register_blkdev</a:t>
            </a:r>
            <a:r>
              <a:rPr lang="iw-IL">
                <a:latin typeface="Consolas"/>
                <a:ea typeface="Consolas"/>
                <a:cs typeface="Consolas"/>
                <a:sym typeface="Consolas"/>
              </a:rPr>
              <a:t>(&amp;my_blkdev);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39" name="Google Shape;23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86395" y="5864325"/>
            <a:ext cx="1166163" cy="923701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6"/>
          <p:cNvSpPr/>
          <p:nvPr/>
        </p:nvSpPr>
        <p:spPr>
          <a:xfrm>
            <a:off x="4787325" y="3199900"/>
            <a:ext cx="3895811" cy="1601450"/>
          </a:xfrm>
          <a:custGeom>
            <a:avLst/>
            <a:gdLst/>
            <a:ahLst/>
            <a:cxnLst/>
            <a:rect l="l" t="t" r="r" b="b"/>
            <a:pathLst>
              <a:path w="157981" h="64058" extrusionOk="0">
                <a:moveTo>
                  <a:pt x="0" y="62247"/>
                </a:moveTo>
                <a:cubicBezTo>
                  <a:pt x="9516" y="62247"/>
                  <a:pt x="36348" y="66111"/>
                  <a:pt x="57097" y="62247"/>
                </a:cubicBezTo>
                <a:cubicBezTo>
                  <a:pt x="77846" y="58384"/>
                  <a:pt x="107682" y="49441"/>
                  <a:pt x="124496" y="39066"/>
                </a:cubicBezTo>
                <a:cubicBezTo>
                  <a:pt x="141310" y="28692"/>
                  <a:pt x="152400" y="6511"/>
                  <a:pt x="157981" y="0"/>
                </a:cubicBezTo>
              </a:path>
            </a:pathLst>
          </a:custGeom>
          <a:noFill/>
          <a:ln w="38100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241" name="Google Shape;241;p26"/>
          <p:cNvSpPr/>
          <p:nvPr/>
        </p:nvSpPr>
        <p:spPr>
          <a:xfrm>
            <a:off x="1374525" y="4187275"/>
            <a:ext cx="3412800" cy="9873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chemeClr val="accent5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26"/>
          <p:cNvSpPr/>
          <p:nvPr/>
        </p:nvSpPr>
        <p:spPr>
          <a:xfrm>
            <a:off x="6823319" y="2602100"/>
            <a:ext cx="3187500" cy="4722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struct </a:t>
            </a:r>
            <a:r>
              <a:rPr lang="iw-IL" b="1">
                <a:latin typeface="Consolas"/>
                <a:ea typeface="Consolas"/>
                <a:cs typeface="Consolas"/>
                <a:sym typeface="Consolas"/>
              </a:rPr>
              <a:t>blk_mq_ops</a:t>
            </a:r>
            <a:r>
              <a:rPr lang="iw-IL">
                <a:latin typeface="Consolas"/>
                <a:ea typeface="Consolas"/>
                <a:cs typeface="Consolas"/>
                <a:sym typeface="Consolas"/>
              </a:rPr>
              <a:t> *curr;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" name="Google Shape;243;p26"/>
          <p:cNvSpPr txBox="1"/>
          <p:nvPr/>
        </p:nvSpPr>
        <p:spPr>
          <a:xfrm>
            <a:off x="1232857" y="1865844"/>
            <a:ext cx="3125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 sz="1600" b="1">
                <a:latin typeface="Consolas"/>
                <a:ea typeface="Consolas"/>
                <a:cs typeface="Consolas"/>
                <a:sym typeface="Consolas"/>
              </a:rPr>
              <a:t>my_blkdev module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" name="Google Shape;244;p26"/>
          <p:cNvSpPr txBox="1"/>
          <p:nvPr/>
        </p:nvSpPr>
        <p:spPr>
          <a:xfrm>
            <a:off x="1156657" y="1408644"/>
            <a:ext cx="3125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 sz="1600" b="1">
                <a:latin typeface="Consolas"/>
                <a:ea typeface="Consolas"/>
                <a:cs typeface="Consolas"/>
                <a:sym typeface="Consolas"/>
              </a:rPr>
              <a:t>Kernel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7"/>
          <p:cNvSpPr/>
          <p:nvPr/>
        </p:nvSpPr>
        <p:spPr>
          <a:xfrm>
            <a:off x="1052500" y="1815400"/>
            <a:ext cx="9659100" cy="3917400"/>
          </a:xfrm>
          <a:prstGeom prst="roundRect">
            <a:avLst>
              <a:gd name="adj" fmla="val 5206"/>
            </a:avLst>
          </a:prstGeom>
          <a:solidFill>
            <a:schemeClr val="accent2"/>
          </a:solidFill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27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5400"/>
              <a:buFont typeface="Arial"/>
              <a:buNone/>
            </a:pPr>
            <a:r>
              <a:rPr lang="iw-IL"/>
              <a:t>Block Device Driver</a:t>
            </a:r>
            <a:endParaRPr sz="5400" b="1" i="0" u="none" strike="noStrike" cap="none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7"/>
          <p:cNvSpPr/>
          <p:nvPr/>
        </p:nvSpPr>
        <p:spPr>
          <a:xfrm>
            <a:off x="1224225" y="2262975"/>
            <a:ext cx="4185600" cy="3055500"/>
          </a:xfrm>
          <a:prstGeom prst="snip2DiagRect">
            <a:avLst>
              <a:gd name="adj1" fmla="val 0"/>
              <a:gd name="adj2" fmla="val 10533"/>
            </a:avLst>
          </a:prstGeom>
          <a:solidFill>
            <a:schemeClr val="accent3"/>
          </a:solidFill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void my_init_request() {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struct </a:t>
            </a:r>
            <a:r>
              <a:rPr lang="iw-IL" b="1">
                <a:latin typeface="Consolas"/>
                <a:ea typeface="Consolas"/>
                <a:cs typeface="Consolas"/>
                <a:sym typeface="Consolas"/>
              </a:rPr>
              <a:t>blk_mq_ops my_blkdev</a:t>
            </a:r>
            <a:r>
              <a:rPr lang="iw-IL">
                <a:latin typeface="Consolas"/>
                <a:ea typeface="Consolas"/>
                <a:cs typeface="Consolas"/>
                <a:sym typeface="Consolas"/>
              </a:rPr>
              <a:t> {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	.init_request = my_init_request;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};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void module_init() {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	[...]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	</a:t>
            </a:r>
            <a:r>
              <a:rPr lang="iw-IL" b="1">
                <a:latin typeface="Consolas"/>
                <a:ea typeface="Consolas"/>
                <a:cs typeface="Consolas"/>
                <a:sym typeface="Consolas"/>
              </a:rPr>
              <a:t>register_blkdev</a:t>
            </a:r>
            <a:r>
              <a:rPr lang="iw-IL">
                <a:latin typeface="Consolas"/>
                <a:ea typeface="Consolas"/>
                <a:cs typeface="Consolas"/>
                <a:sym typeface="Consolas"/>
              </a:rPr>
              <a:t>(&amp;my_blkdev);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" name="Google Shape;252;p27"/>
          <p:cNvSpPr/>
          <p:nvPr/>
        </p:nvSpPr>
        <p:spPr>
          <a:xfrm>
            <a:off x="8103675" y="1172550"/>
            <a:ext cx="579600" cy="6009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27"/>
          <p:cNvSpPr txBox="1"/>
          <p:nvPr/>
        </p:nvSpPr>
        <p:spPr>
          <a:xfrm>
            <a:off x="7088400" y="589775"/>
            <a:ext cx="26295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 sz="2300" b="1">
                <a:latin typeface="Consolas"/>
                <a:ea typeface="Consolas"/>
                <a:cs typeface="Consolas"/>
                <a:sym typeface="Consolas"/>
              </a:rPr>
              <a:t>open/read/write</a:t>
            </a:r>
            <a:endParaRPr sz="2300" b="1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54" name="Google Shape;25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86395" y="5864325"/>
            <a:ext cx="1166163" cy="923701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7"/>
          <p:cNvSpPr/>
          <p:nvPr/>
        </p:nvSpPr>
        <p:spPr>
          <a:xfrm>
            <a:off x="6823319" y="2602100"/>
            <a:ext cx="3187500" cy="4722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>
                <a:latin typeface="Consolas"/>
                <a:ea typeface="Consolas"/>
                <a:cs typeface="Consolas"/>
                <a:sym typeface="Consolas"/>
              </a:rPr>
              <a:t>struct </a:t>
            </a:r>
            <a:r>
              <a:rPr lang="iw-IL" b="1">
                <a:latin typeface="Consolas"/>
                <a:ea typeface="Consolas"/>
                <a:cs typeface="Consolas"/>
                <a:sym typeface="Consolas"/>
              </a:rPr>
              <a:t>blk_mq_ops</a:t>
            </a:r>
            <a:r>
              <a:rPr lang="iw-IL">
                <a:latin typeface="Consolas"/>
                <a:ea typeface="Consolas"/>
                <a:cs typeface="Consolas"/>
                <a:sym typeface="Consolas"/>
              </a:rPr>
              <a:t> *curr;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6" name="Google Shape;256;p27"/>
          <p:cNvCxnSpPr>
            <a:stCxn id="252" idx="2"/>
          </p:cNvCxnSpPr>
          <p:nvPr/>
        </p:nvCxnSpPr>
        <p:spPr>
          <a:xfrm>
            <a:off x="8393475" y="1773450"/>
            <a:ext cx="5400" cy="828600"/>
          </a:xfrm>
          <a:prstGeom prst="straightConnector1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7" name="Google Shape;257;p27"/>
          <p:cNvSpPr/>
          <p:nvPr/>
        </p:nvSpPr>
        <p:spPr>
          <a:xfrm>
            <a:off x="2659736" y="2154819"/>
            <a:ext cx="4134675" cy="637225"/>
          </a:xfrm>
          <a:custGeom>
            <a:avLst/>
            <a:gdLst/>
            <a:ahLst/>
            <a:cxnLst/>
            <a:rect l="l" t="t" r="r" b="b"/>
            <a:pathLst>
              <a:path w="165387" h="25489" extrusionOk="0">
                <a:moveTo>
                  <a:pt x="165387" y="25489"/>
                </a:moveTo>
                <a:cubicBezTo>
                  <a:pt x="159448" y="24201"/>
                  <a:pt x="142205" y="21125"/>
                  <a:pt x="129755" y="17762"/>
                </a:cubicBezTo>
                <a:cubicBezTo>
                  <a:pt x="117305" y="14399"/>
                  <a:pt x="104570" y="8174"/>
                  <a:pt x="90689" y="5312"/>
                </a:cubicBezTo>
                <a:cubicBezTo>
                  <a:pt x="76809" y="2450"/>
                  <a:pt x="60710" y="1162"/>
                  <a:pt x="46472" y="590"/>
                </a:cubicBezTo>
                <a:cubicBezTo>
                  <a:pt x="32234" y="18"/>
                  <a:pt x="12986" y="-626"/>
                  <a:pt x="5259" y="1878"/>
                </a:cubicBezTo>
                <a:cubicBezTo>
                  <a:pt x="-2468" y="4382"/>
                  <a:pt x="967" y="13326"/>
                  <a:pt x="108" y="15616"/>
                </a:cubicBezTo>
              </a:path>
            </a:pathLst>
          </a:custGeom>
          <a:noFill/>
          <a:ln w="38100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258" name="Google Shape;258;p27"/>
          <p:cNvSpPr txBox="1"/>
          <p:nvPr/>
        </p:nvSpPr>
        <p:spPr>
          <a:xfrm>
            <a:off x="1232857" y="1865844"/>
            <a:ext cx="3125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 sz="1600" b="1">
                <a:latin typeface="Consolas"/>
                <a:ea typeface="Consolas"/>
                <a:cs typeface="Consolas"/>
                <a:sym typeface="Consolas"/>
              </a:rPr>
              <a:t>my_blkdev module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27"/>
          <p:cNvSpPr txBox="1"/>
          <p:nvPr/>
        </p:nvSpPr>
        <p:spPr>
          <a:xfrm>
            <a:off x="1156657" y="1408644"/>
            <a:ext cx="3125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-IL" sz="1600" b="1">
                <a:latin typeface="Consolas"/>
                <a:ea typeface="Consolas"/>
                <a:cs typeface="Consolas"/>
                <a:sym typeface="Consolas"/>
              </a:rPr>
              <a:t>Kernel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27"/>
          <p:cNvSpPr/>
          <p:nvPr/>
        </p:nvSpPr>
        <p:spPr>
          <a:xfrm>
            <a:off x="2705350" y="2835000"/>
            <a:ext cx="5693650" cy="2887000"/>
          </a:xfrm>
          <a:custGeom>
            <a:avLst/>
            <a:gdLst/>
            <a:ahLst/>
            <a:cxnLst/>
            <a:rect l="l" t="t" r="r" b="b"/>
            <a:pathLst>
              <a:path w="237830" h="115480" extrusionOk="0">
                <a:moveTo>
                  <a:pt x="0" y="0"/>
                </a:moveTo>
                <a:cubicBezTo>
                  <a:pt x="501" y="1860"/>
                  <a:pt x="-859" y="8943"/>
                  <a:pt x="3005" y="11161"/>
                </a:cubicBezTo>
                <a:cubicBezTo>
                  <a:pt x="6869" y="13379"/>
                  <a:pt x="1145" y="11376"/>
                  <a:pt x="23182" y="13308"/>
                </a:cubicBezTo>
                <a:cubicBezTo>
                  <a:pt x="45219" y="15240"/>
                  <a:pt x="101528" y="11805"/>
                  <a:pt x="135228" y="22752"/>
                </a:cubicBezTo>
                <a:cubicBezTo>
                  <a:pt x="168928" y="33699"/>
                  <a:pt x="208280" y="63535"/>
                  <a:pt x="225380" y="78990"/>
                </a:cubicBezTo>
                <a:cubicBezTo>
                  <a:pt x="242480" y="94445"/>
                  <a:pt x="235755" y="109398"/>
                  <a:pt x="237830" y="115480"/>
                </a:cubicBezTo>
              </a:path>
            </a:pathLst>
          </a:custGeom>
          <a:noFill/>
          <a:ln w="38100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8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5400"/>
              <a:buFont typeface="Arial"/>
              <a:buNone/>
            </a:pPr>
            <a:r>
              <a:rPr lang="iw-IL"/>
              <a:t>The Storage Drive</a:t>
            </a:r>
            <a:endParaRPr sz="5400" b="1" i="0" u="none" strike="noStrike" cap="none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8"/>
          <p:cNvSpPr txBox="1">
            <a:spLocks noGrp="1"/>
          </p:cNvSpPr>
          <p:nvPr>
            <p:ph type="body" idx="1"/>
          </p:nvPr>
        </p:nvSpPr>
        <p:spPr>
          <a:xfrm>
            <a:off x="583226" y="1457960"/>
            <a:ext cx="11003700" cy="4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marR="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A storage device can be splitted to several partitions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At the beginning of a storage device there is a partition table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This table format is known to the block device driver</a:t>
            </a:r>
            <a:endParaRPr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For every partition a new block device instance is added</a:t>
            </a:r>
            <a:endParaRPr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 b="1"/>
              <a:t>/dev/sda</a:t>
            </a:r>
            <a:r>
              <a:rPr lang="iw-IL"/>
              <a:t>, </a:t>
            </a:r>
            <a:r>
              <a:rPr lang="iw-IL" b="1"/>
              <a:t>/dev/sda1</a:t>
            </a:r>
            <a:r>
              <a:rPr lang="iw-IL"/>
              <a:t>, </a:t>
            </a:r>
            <a:r>
              <a:rPr lang="iw-IL" b="1"/>
              <a:t>/dev/sda2</a:t>
            </a:r>
            <a:r>
              <a:rPr lang="iw-IL"/>
              <a:t>...</a:t>
            </a:r>
            <a:endParaRPr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You can manipulate a storage device with the </a:t>
            </a:r>
            <a:r>
              <a:rPr lang="iw-IL" b="1"/>
              <a:t>fdisk</a:t>
            </a:r>
            <a:r>
              <a:rPr lang="iw-IL"/>
              <a:t> command</a:t>
            </a:r>
            <a:endParaRPr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mostly used for adding/removing partitions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9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5400"/>
              <a:buFont typeface="Arial"/>
              <a:buNone/>
            </a:pPr>
            <a:r>
              <a:rPr lang="iw-IL"/>
              <a:t>Logical Volume Manager (LVM)</a:t>
            </a:r>
            <a:endParaRPr sz="5400" b="1" i="0" u="none" strike="noStrike" cap="none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9"/>
          <p:cNvSpPr txBox="1">
            <a:spLocks noGrp="1"/>
          </p:cNvSpPr>
          <p:nvPr>
            <p:ph type="body" idx="1"/>
          </p:nvPr>
        </p:nvSpPr>
        <p:spPr>
          <a:xfrm>
            <a:off x="583226" y="1457960"/>
            <a:ext cx="11003700" cy="4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marR="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The </a:t>
            </a:r>
            <a:r>
              <a:rPr lang="iw-IL" b="1"/>
              <a:t>L</a:t>
            </a:r>
            <a:r>
              <a:rPr lang="iw-IL"/>
              <a:t>ogical </a:t>
            </a:r>
            <a:r>
              <a:rPr lang="iw-IL" b="1"/>
              <a:t>V</a:t>
            </a:r>
            <a:r>
              <a:rPr lang="iw-IL"/>
              <a:t>olume </a:t>
            </a:r>
            <a:r>
              <a:rPr lang="iw-IL" b="1"/>
              <a:t>M</a:t>
            </a:r>
            <a:r>
              <a:rPr lang="iw-IL"/>
              <a:t>anager provides basic abstraction of HDs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It is not a necessary layer, but is used by default in most distros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Its features: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Combining several storage drives into one logical volume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Splitting one HD into several logical volume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Providing RAID</a:t>
            </a:r>
            <a:endParaRPr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It creates a block device for each logical volume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0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5400"/>
              <a:buFont typeface="Arial"/>
              <a:buNone/>
            </a:pPr>
            <a:r>
              <a:rPr lang="iw-IL"/>
              <a:t>Logical Volume Manager (LVM)</a:t>
            </a:r>
            <a:endParaRPr/>
          </a:p>
        </p:txBody>
      </p:sp>
      <p:sp>
        <p:nvSpPr>
          <p:cNvPr id="278" name="Google Shape;278;p30"/>
          <p:cNvSpPr txBox="1">
            <a:spLocks noGrp="1"/>
          </p:cNvSpPr>
          <p:nvPr>
            <p:ph type="body" idx="1"/>
          </p:nvPr>
        </p:nvSpPr>
        <p:spPr>
          <a:xfrm>
            <a:off x="583226" y="1457960"/>
            <a:ext cx="11003700" cy="4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We use the </a:t>
            </a:r>
            <a:r>
              <a:rPr lang="iw-IL" b="1"/>
              <a:t>pv* </a:t>
            </a:r>
            <a:r>
              <a:rPr lang="iw-IL"/>
              <a:t>commands to manipulate physical volumes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We use the </a:t>
            </a:r>
            <a:r>
              <a:rPr lang="iw-IL" b="1"/>
              <a:t>vg* </a:t>
            </a:r>
            <a:r>
              <a:rPr lang="iw-IL"/>
              <a:t>commands to create volume groups</a:t>
            </a:r>
            <a:endParaRPr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We use </a:t>
            </a:r>
            <a:r>
              <a:rPr lang="iw-IL" b="1"/>
              <a:t>vgcreate</a:t>
            </a:r>
            <a:r>
              <a:rPr lang="iw-IL"/>
              <a:t> to create new volume group with several physical volumes</a:t>
            </a:r>
            <a:endParaRPr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We use </a:t>
            </a:r>
            <a:r>
              <a:rPr lang="iw-IL" b="1"/>
              <a:t>vgextend</a:t>
            </a:r>
            <a:r>
              <a:rPr lang="iw-IL"/>
              <a:t> to enlarge a volume group with new physical volume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we use </a:t>
            </a:r>
            <a:r>
              <a:rPr lang="iw-IL" b="1"/>
              <a:t>lv*</a:t>
            </a:r>
            <a:r>
              <a:rPr lang="iw-IL"/>
              <a:t> commands to control logical volumes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We use </a:t>
            </a:r>
            <a:r>
              <a:rPr lang="iw-IL" b="1"/>
              <a:t>lvcreate</a:t>
            </a:r>
            <a:r>
              <a:rPr lang="iw-IL"/>
              <a:t> to create new logical volume</a:t>
            </a:r>
            <a:endParaRPr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we use </a:t>
            </a:r>
            <a:r>
              <a:rPr lang="iw-IL" b="1"/>
              <a:t>lvresize</a:t>
            </a:r>
            <a:r>
              <a:rPr lang="iw-IL"/>
              <a:t> to resize existing logical volume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We use </a:t>
            </a:r>
            <a:r>
              <a:rPr lang="iw-IL" b="1"/>
              <a:t>pvs</a:t>
            </a:r>
            <a:r>
              <a:rPr lang="iw-IL"/>
              <a:t>, </a:t>
            </a:r>
            <a:r>
              <a:rPr lang="iw-IL" b="1"/>
              <a:t>vgs</a:t>
            </a:r>
            <a:r>
              <a:rPr lang="iw-IL"/>
              <a:t>, </a:t>
            </a:r>
            <a:r>
              <a:rPr lang="iw-IL" b="1"/>
              <a:t>lvs</a:t>
            </a:r>
            <a:r>
              <a:rPr lang="iw-IL"/>
              <a:t> commands to get the status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We use </a:t>
            </a:r>
            <a:r>
              <a:rPr lang="iw-IL" b="1"/>
              <a:t>pvmove</a:t>
            </a:r>
            <a:r>
              <a:rPr lang="iw-IL"/>
              <a:t> command to move data out of a physical volume</a:t>
            </a:r>
            <a:endParaRPr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Together with vgreduce, one can safely remove a physical device from a volume group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1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5400"/>
              <a:buFont typeface="Arial"/>
              <a:buNone/>
            </a:pPr>
            <a:r>
              <a:rPr lang="iw-IL"/>
              <a:t>Why FS?</a:t>
            </a:r>
            <a:endParaRPr sz="5400" b="1" i="0" u="none" strike="noStrike" cap="none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31"/>
          <p:cNvSpPr txBox="1">
            <a:spLocks noGrp="1"/>
          </p:cNvSpPr>
          <p:nvPr>
            <p:ph type="body" idx="1"/>
          </p:nvPr>
        </p:nvSpPr>
        <p:spPr>
          <a:xfrm>
            <a:off x="583226" y="1457960"/>
            <a:ext cx="11003700" cy="4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marR="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The next layer is filesystem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So, why would we need it?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It lets us organize the bits in files and directories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Without it, we would be accessing blocks by their address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Common filesystems are: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On Windows: NTFS, FAT32 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On Linux: EXT*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On Solaris: ZFS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Network filesystems: NFS, SMBFS, AFS,...</a:t>
            </a:r>
            <a:endParaRPr/>
          </a:p>
          <a:p>
            <a: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iw-IL"/>
              <a:t>To create filesystem on a block device, use the </a:t>
            </a:r>
            <a:r>
              <a:rPr lang="iw-IL" b="1"/>
              <a:t>mkfs</a:t>
            </a:r>
            <a:r>
              <a:rPr lang="iw-IL"/>
              <a:t> command</a:t>
            </a:r>
            <a:endParaRPr/>
          </a:p>
          <a:p>
            <a:pPr marL="914400" marR="0" lvl="1" indent="-3683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iw-IL"/>
              <a:t>It works on regular files too!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2"/>
          <p:cNvSpPr txBox="1">
            <a:spLocks noGrp="1"/>
          </p:cNvSpPr>
          <p:nvPr>
            <p:ph type="title"/>
          </p:nvPr>
        </p:nvSpPr>
        <p:spPr>
          <a:xfrm>
            <a:off x="583994" y="460552"/>
            <a:ext cx="9859800" cy="9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5400"/>
              <a:buFont typeface="Arial"/>
              <a:buNone/>
            </a:pPr>
            <a:r>
              <a:rPr lang="iw-IL"/>
              <a:t>Why FS?</a:t>
            </a:r>
            <a:endParaRPr sz="5400" b="1" i="0" u="none" strike="noStrike" cap="none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32"/>
          <p:cNvSpPr txBox="1">
            <a:spLocks noGrp="1"/>
          </p:cNvSpPr>
          <p:nvPr>
            <p:ph type="body" idx="1"/>
          </p:nvPr>
        </p:nvSpPr>
        <p:spPr>
          <a:xfrm>
            <a:off x="583226" y="1457960"/>
            <a:ext cx="11003700" cy="46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iw-IL" sz="2600"/>
              <a:t>Over which criteria a filesystem is measured?</a:t>
            </a:r>
            <a:endParaRPr sz="26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1222</Words>
  <Application>Microsoft Office PowerPoint</Application>
  <PresentationFormat>מסך רחב</PresentationFormat>
  <Paragraphs>159</Paragraphs>
  <Slides>16</Slides>
  <Notes>16</Notes>
  <HiddenSlides>2</HiddenSlides>
  <MMClips>0</MMClips>
  <ScaleCrop>false</ScaleCrop>
  <HeadingPairs>
    <vt:vector size="6" baseType="variant">
      <vt:variant>
        <vt:lpstr>גופנים בשימוש</vt:lpstr>
      </vt:variant>
      <vt:variant>
        <vt:i4>7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16</vt:i4>
      </vt:variant>
    </vt:vector>
  </HeadingPairs>
  <TitlesOfParts>
    <vt:vector size="24" baseType="lpstr">
      <vt:lpstr>Roboto</vt:lpstr>
      <vt:lpstr>Noto Sans Symbols</vt:lpstr>
      <vt:lpstr>Arial</vt:lpstr>
      <vt:lpstr>Helvetica Neue</vt:lpstr>
      <vt:lpstr>Merriweather</vt:lpstr>
      <vt:lpstr>Consolas</vt:lpstr>
      <vt:lpstr>Calibri</vt:lpstr>
      <vt:lpstr>Paradigm</vt:lpstr>
      <vt:lpstr>Filesystem in Linux</vt:lpstr>
      <vt:lpstr>We will talk about</vt:lpstr>
      <vt:lpstr>Kernel Modules </vt:lpstr>
      <vt:lpstr>Can someone remind us</vt:lpstr>
      <vt:lpstr>Device Drivers</vt:lpstr>
      <vt:lpstr>The Storage Drive</vt:lpstr>
      <vt:lpstr>The Storage Drive</vt:lpstr>
      <vt:lpstr>The Storage Drive</vt:lpstr>
      <vt:lpstr>Block Device Driver</vt:lpstr>
      <vt:lpstr>Block Device Driver</vt:lpstr>
      <vt:lpstr>Block Device Driver</vt:lpstr>
      <vt:lpstr>The Storage Drive</vt:lpstr>
      <vt:lpstr>Logical Volume Manager (LVM)</vt:lpstr>
      <vt:lpstr>Logical Volume Manager (LVM)</vt:lpstr>
      <vt:lpstr>Why FS?</vt:lpstr>
      <vt:lpstr>Why FS?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Filesystem in Linux</dc:title>
  <cp:lastModifiedBy>PC</cp:lastModifiedBy>
  <cp:revision>2</cp:revision>
  <dcterms:modified xsi:type="dcterms:W3CDTF">2026-06-22T14:53:51Z</dcterms:modified>
</cp:coreProperties>
</file>